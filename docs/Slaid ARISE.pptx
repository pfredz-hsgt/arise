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3" r:id="rId2"/>
    <p:sldMasterId id="2147483686" r:id="rId3"/>
    <p:sldMasterId id="2147483698" r:id="rId4"/>
    <p:sldMasterId id="2147483711" r:id="rId5"/>
    <p:sldMasterId id="2147483725" r:id="rId6"/>
  </p:sldMasterIdLst>
  <p:notesMasterIdLst>
    <p:notesMasterId r:id="rId3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68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5" r:id="rId34"/>
    <p:sldId id="286" r:id="rId35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9500" autoAdjust="0"/>
  </p:normalViewPr>
  <p:slideViewPr>
    <p:cSldViewPr snapToGrid="0">
      <p:cViewPr varScale="1">
        <p:scale>
          <a:sx n="104" d="100"/>
          <a:sy n="104" d="100"/>
        </p:scale>
        <p:origin x="144" y="2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62</c:v>
                </c:pt>
                <c:pt idx="2">
                  <c:v>50</c:v>
                </c:pt>
                <c:pt idx="3">
                  <c:v>49</c:v>
                </c:pt>
                <c:pt idx="4">
                  <c:v>42</c:v>
                </c:pt>
                <c:pt idx="5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34-4EF9-8531-A90286C4887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24555696"/>
        <c:axId val="1024571056"/>
      </c:lineChart>
      <c:catAx>
        <c:axId val="1024555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24571056"/>
        <c:crosses val="autoZero"/>
        <c:auto val="1"/>
        <c:lblAlgn val="ctr"/>
        <c:lblOffset val="100"/>
        <c:noMultiLvlLbl val="0"/>
      </c:catAx>
      <c:valAx>
        <c:axId val="10245710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2455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863</c:v>
                </c:pt>
                <c:pt idx="1">
                  <c:v>734</c:v>
                </c:pt>
                <c:pt idx="2">
                  <c:v>643</c:v>
                </c:pt>
                <c:pt idx="3">
                  <c:v>877</c:v>
                </c:pt>
                <c:pt idx="4">
                  <c:v>772</c:v>
                </c:pt>
                <c:pt idx="5">
                  <c:v>815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D8-41E6-A6FF-B711BF41033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24555696"/>
        <c:axId val="1024571056"/>
      </c:lineChart>
      <c:catAx>
        <c:axId val="1024555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24571056"/>
        <c:crosses val="autoZero"/>
        <c:auto val="1"/>
        <c:lblAlgn val="ctr"/>
        <c:lblOffset val="100"/>
        <c:noMultiLvlLbl val="0"/>
      </c:catAx>
      <c:valAx>
        <c:axId val="10245710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2455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313029-6375-4641-9226-DB07B614A0B5}" type="doc">
      <dgm:prSet loTypeId="urn:microsoft.com/office/officeart/2005/8/layout/cycle4" loCatId="matrix" qsTypeId="urn:microsoft.com/office/officeart/2005/8/quickstyle/simple2" qsCatId="simple" csTypeId="urn:microsoft.com/office/officeart/2005/8/colors/accent3_3" csCatId="accent3" phldr="1"/>
      <dgm:spPr/>
      <dgm:t>
        <a:bodyPr/>
        <a:lstStyle/>
        <a:p>
          <a:endParaRPr lang="en-MY"/>
        </a:p>
      </dgm:t>
    </dgm:pt>
    <dgm:pt modelId="{7F790D30-2BCA-4558-8221-8FB1193595AF}">
      <dgm:prSet phldrT="[Text]" phldr="0" custT="1"/>
      <dgm:spPr/>
      <dgm:t>
        <a:bodyPr/>
        <a:lstStyle/>
        <a:p>
          <a:pPr algn="l"/>
          <a:r>
            <a:rPr lang="en-US" sz="1800" b="1">
              <a:latin typeface="+mj-lt"/>
            </a:rPr>
            <a:t>Bidang Inovasi</a:t>
          </a:r>
          <a:endParaRPr lang="en-MY" sz="1800" b="1">
            <a:latin typeface="+mj-lt"/>
          </a:endParaRPr>
        </a:p>
      </dgm:t>
    </dgm:pt>
    <dgm:pt modelId="{AAB9823C-C5A3-4A90-9574-113970A3CB0D}" type="parTrans" cxnId="{42740E5B-BE6D-41A0-BD85-590047A01896}">
      <dgm:prSet/>
      <dgm:spPr/>
      <dgm:t>
        <a:bodyPr/>
        <a:lstStyle/>
        <a:p>
          <a:endParaRPr lang="en-MY"/>
        </a:p>
      </dgm:t>
    </dgm:pt>
    <dgm:pt modelId="{FA6BF8C9-1922-4318-AD67-11FDC8D454B6}" type="sibTrans" cxnId="{42740E5B-BE6D-41A0-BD85-590047A01896}">
      <dgm:prSet/>
      <dgm:spPr/>
      <dgm:t>
        <a:bodyPr/>
        <a:lstStyle/>
        <a:p>
          <a:endParaRPr lang="en-MY"/>
        </a:p>
      </dgm:t>
    </dgm:pt>
    <dgm:pt modelId="{013D8E9D-E77E-41F6-A6BF-A40F6467DEBD}">
      <dgm:prSet phldrT="[Text]" phldr="0" custT="1"/>
      <dgm:spPr/>
      <dgm:t>
        <a:bodyPr/>
        <a:lstStyle/>
        <a:p>
          <a:pPr algn="l"/>
          <a:r>
            <a:rPr lang="en-US" sz="1800" b="1">
              <a:latin typeface="+mj-lt"/>
            </a:rPr>
            <a:t>Kategori</a:t>
          </a:r>
          <a:endParaRPr lang="en-MY" sz="1800" b="1">
            <a:latin typeface="+mj-lt"/>
          </a:endParaRPr>
        </a:p>
      </dgm:t>
    </dgm:pt>
    <dgm:pt modelId="{76B640C2-A27F-4BE1-8360-F73A48AFC777}" type="parTrans" cxnId="{DC398101-AF25-409B-A9DD-A714D97FF18F}">
      <dgm:prSet/>
      <dgm:spPr/>
      <dgm:t>
        <a:bodyPr/>
        <a:lstStyle/>
        <a:p>
          <a:endParaRPr lang="en-MY"/>
        </a:p>
      </dgm:t>
    </dgm:pt>
    <dgm:pt modelId="{124B1A8F-9FC6-4EAE-95A3-C02EC131BAC6}" type="sibTrans" cxnId="{DC398101-AF25-409B-A9DD-A714D97FF18F}">
      <dgm:prSet/>
      <dgm:spPr/>
      <dgm:t>
        <a:bodyPr/>
        <a:lstStyle/>
        <a:p>
          <a:endParaRPr lang="en-MY"/>
        </a:p>
      </dgm:t>
    </dgm:pt>
    <dgm:pt modelId="{696308BA-DD84-4307-9F6B-BAD849D1BD68}">
      <dgm:prSet phldrT="[Text]" phldr="0" custT="1"/>
      <dgm:spPr/>
      <dgm:t>
        <a:bodyPr/>
        <a:lstStyle/>
        <a:p>
          <a:pPr algn="l"/>
          <a:r>
            <a:rPr lang="en-US" sz="1800" b="1"/>
            <a:t>Kumpulan</a:t>
          </a:r>
          <a:endParaRPr lang="en-MY" sz="1500" b="1"/>
        </a:p>
      </dgm:t>
    </dgm:pt>
    <dgm:pt modelId="{C2D2A33C-6521-47F0-A8A3-0E5713846BD1}" type="parTrans" cxnId="{1575BB0F-3FD6-47DB-B23B-98462FD70552}">
      <dgm:prSet/>
      <dgm:spPr/>
      <dgm:t>
        <a:bodyPr/>
        <a:lstStyle/>
        <a:p>
          <a:endParaRPr lang="en-MY"/>
        </a:p>
      </dgm:t>
    </dgm:pt>
    <dgm:pt modelId="{A4668EFF-71FE-4C5C-8594-FD0C3CA7FADB}" type="sibTrans" cxnId="{1575BB0F-3FD6-47DB-B23B-98462FD70552}">
      <dgm:prSet/>
      <dgm:spPr/>
      <dgm:t>
        <a:bodyPr/>
        <a:lstStyle/>
        <a:p>
          <a:endParaRPr lang="en-MY"/>
        </a:p>
      </dgm:t>
    </dgm:pt>
    <dgm:pt modelId="{D9ED3DC1-F79F-4D13-B147-6FF0FD54703B}">
      <dgm:prSet phldrT="[Text]" phldr="0"/>
      <dgm:spPr/>
      <dgm:t>
        <a:bodyPr/>
        <a:lstStyle/>
        <a:p>
          <a:r>
            <a:rPr lang="en-US" b="1"/>
            <a:t>Ahli Kumpulan</a:t>
          </a:r>
          <a:endParaRPr lang="en-MY" b="1"/>
        </a:p>
      </dgm:t>
    </dgm:pt>
    <dgm:pt modelId="{6044954F-2482-405E-9281-0B66D677DAA3}" type="parTrans" cxnId="{414F28D0-F706-4F5B-9267-88133A00FB20}">
      <dgm:prSet/>
      <dgm:spPr/>
      <dgm:t>
        <a:bodyPr/>
        <a:lstStyle/>
        <a:p>
          <a:endParaRPr lang="en-MY"/>
        </a:p>
      </dgm:t>
    </dgm:pt>
    <dgm:pt modelId="{962B6EB0-D998-40A4-A62E-8F280A7826CD}" type="sibTrans" cxnId="{414F28D0-F706-4F5B-9267-88133A00FB20}">
      <dgm:prSet/>
      <dgm:spPr/>
      <dgm:t>
        <a:bodyPr/>
        <a:lstStyle/>
        <a:p>
          <a:endParaRPr lang="en-MY"/>
        </a:p>
      </dgm:t>
    </dgm:pt>
    <dgm:pt modelId="{ECE73AAA-88F3-4AEA-86CB-9F1641ADB283}" type="pres">
      <dgm:prSet presAssocID="{B7313029-6375-4641-9226-DB07B614A0B5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B69830E1-8E28-4DD6-B82F-255C6C18E344}" type="pres">
      <dgm:prSet presAssocID="{B7313029-6375-4641-9226-DB07B614A0B5}" presName="children" presStyleCnt="0"/>
      <dgm:spPr/>
    </dgm:pt>
    <dgm:pt modelId="{AD2A92F5-B88D-40E6-9E01-721A53F3A915}" type="pres">
      <dgm:prSet presAssocID="{B7313029-6375-4641-9226-DB07B614A0B5}" presName="childPlaceholder" presStyleCnt="0"/>
      <dgm:spPr/>
    </dgm:pt>
    <dgm:pt modelId="{13AB27F2-A590-4722-8155-1062AC5FC64E}" type="pres">
      <dgm:prSet presAssocID="{B7313029-6375-4641-9226-DB07B614A0B5}" presName="circle" presStyleCnt="0"/>
      <dgm:spPr/>
    </dgm:pt>
    <dgm:pt modelId="{5CF476EF-B07B-4AAD-AAAE-10C0917232C9}" type="pres">
      <dgm:prSet presAssocID="{B7313029-6375-4641-9226-DB07B614A0B5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3D3B1022-65BD-4DA1-AACA-79DAF1397FBD}" type="pres">
      <dgm:prSet presAssocID="{B7313029-6375-4641-9226-DB07B614A0B5}" presName="quadrant2" presStyleLbl="node1" presStyleIdx="1" presStyleCnt="4" custLinFactNeighborX="-59" custLinFactNeighborY="-208">
        <dgm:presLayoutVars>
          <dgm:chMax val="1"/>
          <dgm:bulletEnabled val="1"/>
        </dgm:presLayoutVars>
      </dgm:prSet>
      <dgm:spPr/>
    </dgm:pt>
    <dgm:pt modelId="{0A3699FB-FA2C-484D-AFF5-0E7973546539}" type="pres">
      <dgm:prSet presAssocID="{B7313029-6375-4641-9226-DB07B614A0B5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77D91E5-5750-422C-8FDA-72A8B63306AA}" type="pres">
      <dgm:prSet presAssocID="{B7313029-6375-4641-9226-DB07B614A0B5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6E7AD28-2FC9-4BED-A7B2-4217234F57CB}" type="pres">
      <dgm:prSet presAssocID="{B7313029-6375-4641-9226-DB07B614A0B5}" presName="quadrantPlaceholder" presStyleCnt="0"/>
      <dgm:spPr/>
    </dgm:pt>
    <dgm:pt modelId="{D4CA5F6E-75A7-4984-812F-0936CF3A9AAE}" type="pres">
      <dgm:prSet presAssocID="{B7313029-6375-4641-9226-DB07B614A0B5}" presName="center1" presStyleLbl="fgShp" presStyleIdx="0" presStyleCnt="2"/>
      <dgm:spPr/>
    </dgm:pt>
    <dgm:pt modelId="{2AC4CAC1-5D6D-4A21-A7D0-4131D32A7DFE}" type="pres">
      <dgm:prSet presAssocID="{B7313029-6375-4641-9226-DB07B614A0B5}" presName="center2" presStyleLbl="fgShp" presStyleIdx="1" presStyleCnt="2"/>
      <dgm:spPr/>
    </dgm:pt>
  </dgm:ptLst>
  <dgm:cxnLst>
    <dgm:cxn modelId="{DC398101-AF25-409B-A9DD-A714D97FF18F}" srcId="{B7313029-6375-4641-9226-DB07B614A0B5}" destId="{013D8E9D-E77E-41F6-A6BF-A40F6467DEBD}" srcOrd="1" destOrd="0" parTransId="{76B640C2-A27F-4BE1-8360-F73A48AFC777}" sibTransId="{124B1A8F-9FC6-4EAE-95A3-C02EC131BAC6}"/>
    <dgm:cxn modelId="{1575BB0F-3FD6-47DB-B23B-98462FD70552}" srcId="{B7313029-6375-4641-9226-DB07B614A0B5}" destId="{696308BA-DD84-4307-9F6B-BAD849D1BD68}" srcOrd="2" destOrd="0" parTransId="{C2D2A33C-6521-47F0-A8A3-0E5713846BD1}" sibTransId="{A4668EFF-71FE-4C5C-8594-FD0C3CA7FADB}"/>
    <dgm:cxn modelId="{7D29C613-E7FC-481E-9602-42826ECB1422}" type="presOf" srcId="{7F790D30-2BCA-4558-8221-8FB1193595AF}" destId="{5CF476EF-B07B-4AAD-AAAE-10C0917232C9}" srcOrd="0" destOrd="0" presId="urn:microsoft.com/office/officeart/2005/8/layout/cycle4"/>
    <dgm:cxn modelId="{5CCC3717-FF57-42FD-803E-908E9D55C448}" type="presOf" srcId="{696308BA-DD84-4307-9F6B-BAD849D1BD68}" destId="{0A3699FB-FA2C-484D-AFF5-0E7973546539}" srcOrd="0" destOrd="0" presId="urn:microsoft.com/office/officeart/2005/8/layout/cycle4"/>
    <dgm:cxn modelId="{42740E5B-BE6D-41A0-BD85-590047A01896}" srcId="{B7313029-6375-4641-9226-DB07B614A0B5}" destId="{7F790D30-2BCA-4558-8221-8FB1193595AF}" srcOrd="0" destOrd="0" parTransId="{AAB9823C-C5A3-4A90-9574-113970A3CB0D}" sibTransId="{FA6BF8C9-1922-4318-AD67-11FDC8D454B6}"/>
    <dgm:cxn modelId="{ACB74663-0465-4011-9EFE-6FA782599E06}" type="presOf" srcId="{B7313029-6375-4641-9226-DB07B614A0B5}" destId="{ECE73AAA-88F3-4AEA-86CB-9F1641ADB283}" srcOrd="0" destOrd="0" presId="urn:microsoft.com/office/officeart/2005/8/layout/cycle4"/>
    <dgm:cxn modelId="{CF344E81-F487-4780-9AF3-464C0DB22016}" type="presOf" srcId="{D9ED3DC1-F79F-4D13-B147-6FF0FD54703B}" destId="{A77D91E5-5750-422C-8FDA-72A8B63306AA}" srcOrd="0" destOrd="0" presId="urn:microsoft.com/office/officeart/2005/8/layout/cycle4"/>
    <dgm:cxn modelId="{58AFB98E-4FCD-4E17-AF8F-A6B5EF6E07CD}" type="presOf" srcId="{013D8E9D-E77E-41F6-A6BF-A40F6467DEBD}" destId="{3D3B1022-65BD-4DA1-AACA-79DAF1397FBD}" srcOrd="0" destOrd="0" presId="urn:microsoft.com/office/officeart/2005/8/layout/cycle4"/>
    <dgm:cxn modelId="{414F28D0-F706-4F5B-9267-88133A00FB20}" srcId="{B7313029-6375-4641-9226-DB07B614A0B5}" destId="{D9ED3DC1-F79F-4D13-B147-6FF0FD54703B}" srcOrd="3" destOrd="0" parTransId="{6044954F-2482-405E-9281-0B66D677DAA3}" sibTransId="{962B6EB0-D998-40A4-A62E-8F280A7826CD}"/>
    <dgm:cxn modelId="{76277D78-49F1-4511-AD3F-435ACF3C89C6}" type="presParOf" srcId="{ECE73AAA-88F3-4AEA-86CB-9F1641ADB283}" destId="{B69830E1-8E28-4DD6-B82F-255C6C18E344}" srcOrd="0" destOrd="0" presId="urn:microsoft.com/office/officeart/2005/8/layout/cycle4"/>
    <dgm:cxn modelId="{329EEDC9-2FD4-472A-A08D-E4B15CA68A73}" type="presParOf" srcId="{B69830E1-8E28-4DD6-B82F-255C6C18E344}" destId="{AD2A92F5-B88D-40E6-9E01-721A53F3A915}" srcOrd="0" destOrd="0" presId="urn:microsoft.com/office/officeart/2005/8/layout/cycle4"/>
    <dgm:cxn modelId="{8B7B7FE9-AFCD-4BE0-B438-FC4DB6640A6D}" type="presParOf" srcId="{ECE73AAA-88F3-4AEA-86CB-9F1641ADB283}" destId="{13AB27F2-A590-4722-8155-1062AC5FC64E}" srcOrd="1" destOrd="0" presId="urn:microsoft.com/office/officeart/2005/8/layout/cycle4"/>
    <dgm:cxn modelId="{CDF63F48-9AFE-4C42-B168-483B0FDFD186}" type="presParOf" srcId="{13AB27F2-A590-4722-8155-1062AC5FC64E}" destId="{5CF476EF-B07B-4AAD-AAAE-10C0917232C9}" srcOrd="0" destOrd="0" presId="urn:microsoft.com/office/officeart/2005/8/layout/cycle4"/>
    <dgm:cxn modelId="{CE757671-34C2-46AF-970E-509B37C57A8D}" type="presParOf" srcId="{13AB27F2-A590-4722-8155-1062AC5FC64E}" destId="{3D3B1022-65BD-4DA1-AACA-79DAF1397FBD}" srcOrd="1" destOrd="0" presId="urn:microsoft.com/office/officeart/2005/8/layout/cycle4"/>
    <dgm:cxn modelId="{739DC099-EB05-47EB-A30B-FD13F0E9AEAC}" type="presParOf" srcId="{13AB27F2-A590-4722-8155-1062AC5FC64E}" destId="{0A3699FB-FA2C-484D-AFF5-0E7973546539}" srcOrd="2" destOrd="0" presId="urn:microsoft.com/office/officeart/2005/8/layout/cycle4"/>
    <dgm:cxn modelId="{E7493C7B-C26A-4664-B183-96A27B87FD4A}" type="presParOf" srcId="{13AB27F2-A590-4722-8155-1062AC5FC64E}" destId="{A77D91E5-5750-422C-8FDA-72A8B63306AA}" srcOrd="3" destOrd="0" presId="urn:microsoft.com/office/officeart/2005/8/layout/cycle4"/>
    <dgm:cxn modelId="{5E4E621E-07B8-46D9-B3BD-C9D769A547DD}" type="presParOf" srcId="{13AB27F2-A590-4722-8155-1062AC5FC64E}" destId="{76E7AD28-2FC9-4BED-A7B2-4217234F57CB}" srcOrd="4" destOrd="0" presId="urn:microsoft.com/office/officeart/2005/8/layout/cycle4"/>
    <dgm:cxn modelId="{82387C63-6158-487E-B2D7-4D9B6A9FA128}" type="presParOf" srcId="{ECE73AAA-88F3-4AEA-86CB-9F1641ADB283}" destId="{D4CA5F6E-75A7-4984-812F-0936CF3A9AAE}" srcOrd="2" destOrd="0" presId="urn:microsoft.com/office/officeart/2005/8/layout/cycle4"/>
    <dgm:cxn modelId="{0B3E5DD9-F5FF-4186-B7AD-A61AFD6F5EDB}" type="presParOf" srcId="{ECE73AAA-88F3-4AEA-86CB-9F1641ADB283}" destId="{2AC4CAC1-5D6D-4A21-A7D0-4131D32A7DF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EB2B64-4DC5-426E-98B6-868F1CB3BD3F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38FDD254-F821-4711-9D61-D3ECAE9AE699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800"/>
            <a:t>Semakan kuantiti stok di kaunter Farmasi Pesakit Luar</a:t>
          </a:r>
          <a:endParaRPr lang="en-MY" sz="1800"/>
        </a:p>
      </dgm:t>
    </dgm:pt>
    <dgm:pt modelId="{CBD8476B-ABCB-439F-B906-138E45AAE306}" type="parTrans" cxnId="{FBA3E1DF-3499-4EE3-8488-DE2BC19EAB7F}">
      <dgm:prSet/>
      <dgm:spPr/>
      <dgm:t>
        <a:bodyPr/>
        <a:lstStyle/>
        <a:p>
          <a:endParaRPr lang="en-MY"/>
        </a:p>
      </dgm:t>
    </dgm:pt>
    <dgm:pt modelId="{2727A8C1-22E1-4DAB-8053-69911B90BCB9}" type="sibTrans" cxnId="{FBA3E1DF-3499-4EE3-8488-DE2BC19EAB7F}">
      <dgm:prSet/>
      <dgm:spPr/>
      <dgm:t>
        <a:bodyPr/>
        <a:lstStyle/>
        <a:p>
          <a:endParaRPr lang="en-MY"/>
        </a:p>
      </dgm:t>
    </dgm:pt>
    <dgm:pt modelId="{E39128E7-8036-413B-9AAB-CE423EF456C6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altLang="zh-CN" sz="1600" b="0" i="0" u="none" strike="noStrike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 pitchFamily="2" charset="0"/>
              <a:cs typeface="Arial" charset="0"/>
            </a:rPr>
            <a:t>- Tempoh Inden:</a:t>
          </a:r>
          <a:endParaRPr lang="en-MY" sz="1600" i="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</dgm:t>
    </dgm:pt>
    <dgm:pt modelId="{3F92B1E9-F904-421B-96C3-6D4ADD89CE1C}" type="parTrans" cxnId="{8FD2D3CF-7767-44B4-90A2-974A02E2C68B}">
      <dgm:prSet/>
      <dgm:spPr/>
      <dgm:t>
        <a:bodyPr/>
        <a:lstStyle/>
        <a:p>
          <a:endParaRPr lang="en-MY"/>
        </a:p>
      </dgm:t>
    </dgm:pt>
    <dgm:pt modelId="{7CC5C964-A410-4240-931A-0721351B99AC}" type="sibTrans" cxnId="{8FD2D3CF-7767-44B4-90A2-974A02E2C68B}">
      <dgm:prSet/>
      <dgm:spPr/>
      <dgm:t>
        <a:bodyPr/>
        <a:lstStyle/>
        <a:p>
          <a:endParaRPr lang="en-MY"/>
        </a:p>
      </dgm:t>
    </dgm:pt>
    <dgm:pt modelId="{E9A496AC-D3F0-4BDD-9E96-1833A6075500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800"/>
            <a:t>Membuat pesanan stok dan menghantar permohonan ke stor unit</a:t>
          </a:r>
          <a:endParaRPr lang="en-MY" sz="1800"/>
        </a:p>
      </dgm:t>
    </dgm:pt>
    <dgm:pt modelId="{A56C1A5B-B368-4DC4-B854-C1F75117045A}" type="parTrans" cxnId="{691D6A94-BCA8-4C31-B9DF-E7156E5659BD}">
      <dgm:prSet/>
      <dgm:spPr/>
      <dgm:t>
        <a:bodyPr/>
        <a:lstStyle/>
        <a:p>
          <a:endParaRPr lang="en-MY"/>
        </a:p>
      </dgm:t>
    </dgm:pt>
    <dgm:pt modelId="{94C4496A-7F3C-4A16-A6FA-5AA6449196CB}" type="sibTrans" cxnId="{691D6A94-BCA8-4C31-B9DF-E7156E5659BD}">
      <dgm:prSet/>
      <dgm:spPr/>
      <dgm:t>
        <a:bodyPr/>
        <a:lstStyle/>
        <a:p>
          <a:endParaRPr lang="en-MY"/>
        </a:p>
      </dgm:t>
    </dgm:pt>
    <dgm:pt modelId="{CEB9FD99-6614-4530-AF10-34C054165D0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altLang="zh-CN" sz="1600" b="0" i="0" u="none" strike="noStrike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Roboto" pitchFamily="2" charset="0"/>
              <a:cs typeface="Arial" charset="0"/>
            </a:rPr>
            <a:t>- Pesanan dibuat secara manual </a:t>
          </a: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972A19FD-9924-488D-A505-70751188CF99}" type="parTrans" cxnId="{BDBDB382-FF09-4228-98EF-70D485D31BF0}">
      <dgm:prSet/>
      <dgm:spPr/>
      <dgm:t>
        <a:bodyPr/>
        <a:lstStyle/>
        <a:p>
          <a:endParaRPr lang="en-MY"/>
        </a:p>
      </dgm:t>
    </dgm:pt>
    <dgm:pt modelId="{4919724A-BADB-47F9-B25B-7F42F2E69233}" type="sibTrans" cxnId="{BDBDB382-FF09-4228-98EF-70D485D31BF0}">
      <dgm:prSet/>
      <dgm:spPr/>
      <dgm:t>
        <a:bodyPr/>
        <a:lstStyle/>
        <a:p>
          <a:endParaRPr lang="en-MY"/>
        </a:p>
      </dgm:t>
    </dgm:pt>
    <dgm:pt modelId="{14D21F64-ED64-4062-92C2-EED3058C2B69}">
      <dgm:prSet phldrT="[Text]" phldr="0" custT="1"/>
      <dgm:spPr>
        <a:solidFill>
          <a:schemeClr val="accent4"/>
        </a:solidFill>
      </dgm:spPr>
      <dgm:t>
        <a:bodyPr/>
        <a:lstStyle/>
        <a:p>
          <a:r>
            <a:rPr lang="en-US" sz="1800">
              <a:solidFill>
                <a:schemeClr val="bg1"/>
              </a:solidFill>
              <a:latin typeface="+mn-lt"/>
            </a:rPr>
            <a:t>Pengeluaran stok oleh </a:t>
          </a:r>
          <a:r>
            <a:rPr lang="en-US" sz="1800" i="0">
              <a:solidFill>
                <a:schemeClr val="bg1"/>
              </a:solidFill>
              <a:latin typeface="+mn-lt"/>
            </a:rPr>
            <a:t>Penolong Pegawai Farmasi yang menjaga stor unit </a:t>
          </a:r>
          <a:r>
            <a:rPr lang="en-US" sz="1800">
              <a:solidFill>
                <a:schemeClr val="bg1"/>
              </a:solidFill>
              <a:latin typeface="+mn-lt"/>
            </a:rPr>
            <a:t> </a:t>
          </a:r>
          <a:endParaRPr lang="en-MY" sz="1800">
            <a:solidFill>
              <a:schemeClr val="bg1"/>
            </a:solidFill>
            <a:latin typeface="+mn-lt"/>
          </a:endParaRPr>
        </a:p>
      </dgm:t>
    </dgm:pt>
    <dgm:pt modelId="{D551D3BE-5AF4-4B67-A5B5-5338B46D139D}" type="parTrans" cxnId="{BACE691C-7B64-485C-9B77-40393016EFFB}">
      <dgm:prSet/>
      <dgm:spPr/>
      <dgm:t>
        <a:bodyPr/>
        <a:lstStyle/>
        <a:p>
          <a:endParaRPr lang="en-MY"/>
        </a:p>
      </dgm:t>
    </dgm:pt>
    <dgm:pt modelId="{16F49E45-8FF6-4DAD-8B95-B8A4EB7C596E}" type="sibTrans" cxnId="{BACE691C-7B64-485C-9B77-40393016EFFB}">
      <dgm:prSet/>
      <dgm:spPr/>
      <dgm:t>
        <a:bodyPr/>
        <a:lstStyle/>
        <a:p>
          <a:endParaRPr lang="en-MY"/>
        </a:p>
      </dgm:t>
    </dgm:pt>
    <dgm:pt modelId="{B2D0179F-5372-4BD4-902B-26709EF07088}">
      <dgm:prSet phldrT="[Text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1600" i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Pembekalan berdasarkan baki stok di stor unit</a:t>
          </a: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1529B00E-0358-4D00-9739-375DBE182133}" type="parTrans" cxnId="{47D4131E-3B1E-45E8-B697-F196A666D9FB}">
      <dgm:prSet/>
      <dgm:spPr/>
      <dgm:t>
        <a:bodyPr/>
        <a:lstStyle/>
        <a:p>
          <a:endParaRPr lang="en-MY"/>
        </a:p>
      </dgm:t>
    </dgm:pt>
    <dgm:pt modelId="{32B93935-B5C6-46EE-9252-E2C4DF4D3CE2}" type="sibTrans" cxnId="{47D4131E-3B1E-45E8-B697-F196A666D9FB}">
      <dgm:prSet/>
      <dgm:spPr/>
      <dgm:t>
        <a:bodyPr/>
        <a:lstStyle/>
        <a:p>
          <a:endParaRPr lang="en-MY"/>
        </a:p>
      </dgm:t>
    </dgm:pt>
    <dgm:pt modelId="{3617F6CE-DFE3-485C-8C9A-3AEEFF397A9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MY" sz="1600"/>
        </a:p>
      </dgm:t>
    </dgm:pt>
    <dgm:pt modelId="{396898F8-BA96-4071-B1D4-E30D409BEBF6}" type="parTrans" cxnId="{80AC333B-6AD4-453C-93A5-891D36192156}">
      <dgm:prSet/>
      <dgm:spPr/>
      <dgm:t>
        <a:bodyPr/>
        <a:lstStyle/>
        <a:p>
          <a:endParaRPr lang="en-MY"/>
        </a:p>
      </dgm:t>
    </dgm:pt>
    <dgm:pt modelId="{111CD1CC-0006-42EC-9DC5-8FDA06A541CC}" type="sibTrans" cxnId="{80AC333B-6AD4-453C-93A5-891D36192156}">
      <dgm:prSet/>
      <dgm:spPr/>
      <dgm:t>
        <a:bodyPr/>
        <a:lstStyle/>
        <a:p>
          <a:endParaRPr lang="en-MY"/>
        </a:p>
      </dgm:t>
    </dgm:pt>
    <dgm:pt modelId="{99D2760A-994E-4881-9910-208743D35F36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16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Kuantiti pesanan tidak diisi</a:t>
          </a: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8EA399D0-6CA2-4EB0-9775-A593F7B94528}" type="parTrans" cxnId="{4C51E469-D237-4A79-B943-1B3FB5FF6DA2}">
      <dgm:prSet/>
      <dgm:spPr/>
      <dgm:t>
        <a:bodyPr/>
        <a:lstStyle/>
        <a:p>
          <a:endParaRPr lang="en-MY"/>
        </a:p>
      </dgm:t>
    </dgm:pt>
    <dgm:pt modelId="{D463617E-6AA8-4BB3-B238-514ECE7AEFE3}" type="sibTrans" cxnId="{4C51E469-D237-4A79-B943-1B3FB5FF6DA2}">
      <dgm:prSet/>
      <dgm:spPr/>
      <dgm:t>
        <a:bodyPr/>
        <a:lstStyle/>
        <a:p>
          <a:endParaRPr lang="en-MY"/>
        </a:p>
      </dgm:t>
    </dgm:pt>
    <dgm:pt modelId="{DD599019-5A4C-412E-BBF0-E8CAA554F25A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16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Inden yang tidak lengkap (tercicir item untuk inden)</a:t>
          </a: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8DF11F6B-47F0-42D1-8577-FBA714D93770}" type="parTrans" cxnId="{5241E131-F2FD-4A99-922F-131799408D95}">
      <dgm:prSet/>
      <dgm:spPr/>
      <dgm:t>
        <a:bodyPr/>
        <a:lstStyle/>
        <a:p>
          <a:endParaRPr lang="en-MY"/>
        </a:p>
      </dgm:t>
    </dgm:pt>
    <dgm:pt modelId="{B5B27FF1-6436-4164-9F4E-BEF6DF8D8871}" type="sibTrans" cxnId="{5241E131-F2FD-4A99-922F-131799408D95}">
      <dgm:prSet/>
      <dgm:spPr/>
      <dgm:t>
        <a:bodyPr/>
        <a:lstStyle/>
        <a:p>
          <a:endParaRPr lang="en-MY"/>
        </a:p>
      </dgm:t>
    </dgm:pt>
    <dgm:pt modelId="{3D367A07-D9AD-4D95-97FD-254F627E3505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altLang="zh-CN" sz="1600" b="0" i="0" u="none" strike="noStrike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 pitchFamily="2" charset="0"/>
              <a:cs typeface="Arial" charset="0"/>
            </a:rPr>
            <a:t>1-7hb &amp; 15-20hb</a:t>
          </a:r>
          <a:endParaRPr lang="en-MY" sz="1600" i="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</dgm:t>
    </dgm:pt>
    <dgm:pt modelId="{457FD765-ADBE-43DB-83A6-8F3167DA7073}" type="parTrans" cxnId="{FFB986D4-2852-498F-8674-D23EA9C06C06}">
      <dgm:prSet/>
      <dgm:spPr/>
      <dgm:t>
        <a:bodyPr/>
        <a:lstStyle/>
        <a:p>
          <a:endParaRPr lang="en-MY"/>
        </a:p>
      </dgm:t>
    </dgm:pt>
    <dgm:pt modelId="{6AA7330F-950D-4094-9A8F-702EE178CA26}" type="sibTrans" cxnId="{FFB986D4-2852-498F-8674-D23EA9C06C06}">
      <dgm:prSet/>
      <dgm:spPr/>
      <dgm:t>
        <a:bodyPr/>
        <a:lstStyle/>
        <a:p>
          <a:endParaRPr lang="en-MY"/>
        </a:p>
      </dgm:t>
    </dgm:pt>
    <dgm:pt modelId="{6AF9D64C-9F88-4C1C-902F-86FBA3A87BC7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MY" sz="1600" i="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</dgm:t>
    </dgm:pt>
    <dgm:pt modelId="{BEAE3580-E54A-482B-936E-47036CD923DD}" type="parTrans" cxnId="{6195832E-09F0-4DC5-BE0C-A03F0FDD7C4F}">
      <dgm:prSet/>
      <dgm:spPr/>
      <dgm:t>
        <a:bodyPr/>
        <a:lstStyle/>
        <a:p>
          <a:endParaRPr lang="en-MY"/>
        </a:p>
      </dgm:t>
    </dgm:pt>
    <dgm:pt modelId="{0F89192C-0623-4017-A2D8-A048E580F7EB}" type="sibTrans" cxnId="{6195832E-09F0-4DC5-BE0C-A03F0FDD7C4F}">
      <dgm:prSet/>
      <dgm:spPr/>
      <dgm:t>
        <a:bodyPr/>
        <a:lstStyle/>
        <a:p>
          <a:endParaRPr lang="en-MY"/>
        </a:p>
      </dgm:t>
    </dgm:pt>
    <dgm:pt modelId="{0AA2E8AA-4C04-41F4-AD4F-6A582E6AB1FF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1600" i="0">
              <a:solidFill>
                <a:schemeClr val="tx1">
                  <a:lumMod val="75000"/>
                  <a:lumOff val="25000"/>
                </a:schemeClr>
              </a:solidFill>
              <a:latin typeface="+mj-lt"/>
            </a:rPr>
            <a:t>- </a:t>
          </a:r>
          <a:r>
            <a:rPr lang="en-US" altLang="zh-CN" sz="1600" b="0" i="0" u="none" strike="noStrike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Arial Unicode MS" charset="0"/>
              <a:cs typeface="Arial" charset="0"/>
            </a:rPr>
            <a:t>Penyimpanan stok di kaunter yang ideal sebanyak 2 minggu penggunaan</a:t>
          </a:r>
          <a:endParaRPr lang="en-MY" sz="1600" i="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</dgm:t>
    </dgm:pt>
    <dgm:pt modelId="{3B779097-DAEF-4081-82AB-1BE694A3C601}" type="parTrans" cxnId="{9B84488B-91F1-4B22-BD86-63E4E61568F1}">
      <dgm:prSet/>
      <dgm:spPr/>
      <dgm:t>
        <a:bodyPr/>
        <a:lstStyle/>
        <a:p>
          <a:endParaRPr lang="en-MY"/>
        </a:p>
      </dgm:t>
    </dgm:pt>
    <dgm:pt modelId="{402200D4-DBD7-4114-99AA-52F9FBFF3A01}" type="sibTrans" cxnId="{9B84488B-91F1-4B22-BD86-63E4E61568F1}">
      <dgm:prSet/>
      <dgm:spPr/>
      <dgm:t>
        <a:bodyPr/>
        <a:lstStyle/>
        <a:p>
          <a:endParaRPr lang="en-MY"/>
        </a:p>
      </dgm:t>
    </dgm:pt>
    <dgm:pt modelId="{343B5E71-8151-4707-B2D9-F43895D91D80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D6DD7577-3CB1-4712-B32A-FC7BABE8BA80}" type="parTrans" cxnId="{703F6EF1-48C0-4AEC-9D1C-4D312D17A5AD}">
      <dgm:prSet/>
      <dgm:spPr/>
      <dgm:t>
        <a:bodyPr/>
        <a:lstStyle/>
        <a:p>
          <a:endParaRPr lang="en-MY"/>
        </a:p>
      </dgm:t>
    </dgm:pt>
    <dgm:pt modelId="{A073835D-532C-423C-BD72-5E0A98C61395}" type="sibTrans" cxnId="{703F6EF1-48C0-4AEC-9D1C-4D312D17A5AD}">
      <dgm:prSet/>
      <dgm:spPr/>
      <dgm:t>
        <a:bodyPr/>
        <a:lstStyle/>
        <a:p>
          <a:endParaRPr lang="en-MY"/>
        </a:p>
      </dgm:t>
    </dgm:pt>
    <dgm:pt modelId="{BA903F26-A3F9-4C65-8CFB-B8A22C062623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69E3A219-3235-4E93-99FE-40E9D8C15BC0}" type="parTrans" cxnId="{2E7148B5-6D75-41BC-A9A1-FC530D2B2FD0}">
      <dgm:prSet/>
      <dgm:spPr/>
      <dgm:t>
        <a:bodyPr/>
        <a:lstStyle/>
        <a:p>
          <a:endParaRPr lang="en-MY"/>
        </a:p>
      </dgm:t>
    </dgm:pt>
    <dgm:pt modelId="{E861784E-5A72-4788-8B90-1C5F472BDA70}" type="sibTrans" cxnId="{2E7148B5-6D75-41BC-A9A1-FC530D2B2FD0}">
      <dgm:prSet/>
      <dgm:spPr/>
      <dgm:t>
        <a:bodyPr/>
        <a:lstStyle/>
        <a:p>
          <a:endParaRPr lang="en-MY"/>
        </a:p>
      </dgm:t>
    </dgm:pt>
    <dgm:pt modelId="{1EC51027-8FB6-4285-9F9B-6B2BD670893E}">
      <dgm:prSet phldrT="[Text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2E9BE8B9-9956-461F-819F-85F6C861D0BA}" type="parTrans" cxnId="{E30ABDF6-6A9D-4405-8694-3952B1D499A2}">
      <dgm:prSet/>
      <dgm:spPr/>
      <dgm:t>
        <a:bodyPr/>
        <a:lstStyle/>
        <a:p>
          <a:endParaRPr lang="en-MY"/>
        </a:p>
      </dgm:t>
    </dgm:pt>
    <dgm:pt modelId="{DF902287-0F64-4608-A426-D03FC6B39703}" type="sibTrans" cxnId="{E30ABDF6-6A9D-4405-8694-3952B1D499A2}">
      <dgm:prSet/>
      <dgm:spPr/>
      <dgm:t>
        <a:bodyPr/>
        <a:lstStyle/>
        <a:p>
          <a:endParaRPr lang="en-MY"/>
        </a:p>
      </dgm:t>
    </dgm:pt>
    <dgm:pt modelId="{AEAAE1F5-6AD2-48AE-8DC8-B3C4052CE52F}">
      <dgm:prSet phldrT="[Text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16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</a:t>
          </a:r>
          <a:r>
            <a:rPr lang="en-US" altLang="zh-CN" sz="1600" b="0" i="0" u="none" strike="noStrike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Arial Unicode MS" charset="0"/>
              <a:cs typeface="Arial" charset="0"/>
            </a:rPr>
            <a:t>Proses pengeluaran stok terlalu kerap menyukarkan pemantauan penggunaan stok </a:t>
          </a:r>
          <a:endParaRPr lang="en-MY" sz="16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3F9A8437-1CFB-4BFB-A090-10F19143D22A}" type="parTrans" cxnId="{CC10867A-F02C-497C-A043-A1568C793213}">
      <dgm:prSet/>
      <dgm:spPr/>
      <dgm:t>
        <a:bodyPr/>
        <a:lstStyle/>
        <a:p>
          <a:endParaRPr lang="en-MY"/>
        </a:p>
      </dgm:t>
    </dgm:pt>
    <dgm:pt modelId="{E317D1CC-1621-47B9-ACAD-16F707C153B1}" type="sibTrans" cxnId="{CC10867A-F02C-497C-A043-A1568C793213}">
      <dgm:prSet/>
      <dgm:spPr/>
      <dgm:t>
        <a:bodyPr/>
        <a:lstStyle/>
        <a:p>
          <a:endParaRPr lang="en-MY"/>
        </a:p>
      </dgm:t>
    </dgm:pt>
    <dgm:pt modelId="{B7F9A357-5ECF-4275-A8B1-01711F8F92D3}" type="pres">
      <dgm:prSet presAssocID="{44EB2B64-4DC5-426E-98B6-868F1CB3BD3F}" presName="linearFlow" presStyleCnt="0">
        <dgm:presLayoutVars>
          <dgm:dir/>
          <dgm:animLvl val="lvl"/>
          <dgm:resizeHandles val="exact"/>
        </dgm:presLayoutVars>
      </dgm:prSet>
      <dgm:spPr/>
    </dgm:pt>
    <dgm:pt modelId="{B2E5860C-B3F6-4355-B926-50D29E7CC623}" type="pres">
      <dgm:prSet presAssocID="{38FDD254-F821-4711-9D61-D3ECAE9AE699}" presName="composite" presStyleCnt="0"/>
      <dgm:spPr/>
    </dgm:pt>
    <dgm:pt modelId="{A7249431-BFB7-4E11-903B-F9FE2C7D3FAC}" type="pres">
      <dgm:prSet presAssocID="{38FDD254-F821-4711-9D61-D3ECAE9AE699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EF9223D-A938-413F-BF25-528B4C944B8A}" type="pres">
      <dgm:prSet presAssocID="{38FDD254-F821-4711-9D61-D3ECAE9AE699}" presName="parSh" presStyleLbl="node1" presStyleIdx="0" presStyleCnt="3" custScaleY="103413" custLinFactY="-4763" custLinFactNeighborX="-1284" custLinFactNeighborY="-100000"/>
      <dgm:spPr/>
    </dgm:pt>
    <dgm:pt modelId="{692CA13B-EF8A-4717-A70D-9313004E0C2E}" type="pres">
      <dgm:prSet presAssocID="{38FDD254-F821-4711-9D61-D3ECAE9AE699}" presName="desTx" presStyleLbl="fgAcc1" presStyleIdx="0" presStyleCnt="3" custScaleX="93485" custScaleY="69513" custLinFactNeighborX="-4050" custLinFactNeighborY="-7237">
        <dgm:presLayoutVars>
          <dgm:bulletEnabled val="1"/>
        </dgm:presLayoutVars>
      </dgm:prSet>
      <dgm:spPr/>
    </dgm:pt>
    <dgm:pt modelId="{FCFAD7F4-AB8E-47D6-8866-39C6B0B89064}" type="pres">
      <dgm:prSet presAssocID="{2727A8C1-22E1-4DAB-8053-69911B90BCB9}" presName="sibTrans" presStyleLbl="sibTrans2D1" presStyleIdx="0" presStyleCnt="2" custAng="2500" custLinFactNeighborX="-10914" custLinFactNeighborY="24293"/>
      <dgm:spPr/>
    </dgm:pt>
    <dgm:pt modelId="{1ECE7016-0FDA-4F81-A2BE-C5FF64B8FB63}" type="pres">
      <dgm:prSet presAssocID="{2727A8C1-22E1-4DAB-8053-69911B90BCB9}" presName="connTx" presStyleLbl="sibTrans2D1" presStyleIdx="0" presStyleCnt="2"/>
      <dgm:spPr/>
    </dgm:pt>
    <dgm:pt modelId="{0019CA9F-4C1B-4F61-9F9C-ACB7A3C930F5}" type="pres">
      <dgm:prSet presAssocID="{E9A496AC-D3F0-4BDD-9E96-1833A6075500}" presName="composite" presStyleCnt="0"/>
      <dgm:spPr/>
    </dgm:pt>
    <dgm:pt modelId="{28DDF3DC-FC73-474E-89F4-F7BADC4806C7}" type="pres">
      <dgm:prSet presAssocID="{E9A496AC-D3F0-4BDD-9E96-1833A6075500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C32831C-0DD2-4D94-ACF1-6447F5464910}" type="pres">
      <dgm:prSet presAssocID="{E9A496AC-D3F0-4BDD-9E96-1833A6075500}" presName="parSh" presStyleLbl="node1" presStyleIdx="1" presStyleCnt="3" custScaleX="108857" custScaleY="102786" custLinFactNeighborX="5801" custLinFactNeighborY="-20418"/>
      <dgm:spPr/>
    </dgm:pt>
    <dgm:pt modelId="{0DDEB0CC-28B2-4361-B32E-340E550110C6}" type="pres">
      <dgm:prSet presAssocID="{E9A496AC-D3F0-4BDD-9E96-1833A6075500}" presName="desTx" presStyleLbl="fgAcc1" presStyleIdx="1" presStyleCnt="3" custScaleX="94760" custScaleY="71564" custLinFactNeighborX="-824" custLinFactNeighborY="-5176">
        <dgm:presLayoutVars>
          <dgm:bulletEnabled val="1"/>
        </dgm:presLayoutVars>
      </dgm:prSet>
      <dgm:spPr/>
    </dgm:pt>
    <dgm:pt modelId="{E4C10C50-982C-4219-898C-CA86C4115794}" type="pres">
      <dgm:prSet presAssocID="{94C4496A-7F3C-4A16-A6FA-5AA6449196CB}" presName="sibTrans" presStyleLbl="sibTrans2D1" presStyleIdx="1" presStyleCnt="2" custAng="12373" custScaleX="125261" custLinFactNeighborY="23437"/>
      <dgm:spPr/>
    </dgm:pt>
    <dgm:pt modelId="{012EA7A2-C92F-4477-B5EA-F14135E45E23}" type="pres">
      <dgm:prSet presAssocID="{94C4496A-7F3C-4A16-A6FA-5AA6449196CB}" presName="connTx" presStyleLbl="sibTrans2D1" presStyleIdx="1" presStyleCnt="2"/>
      <dgm:spPr/>
    </dgm:pt>
    <dgm:pt modelId="{1BA4475C-8F1D-43C3-BD21-918C3EB7BF56}" type="pres">
      <dgm:prSet presAssocID="{14D21F64-ED64-4062-92C2-EED3058C2B69}" presName="composite" presStyleCnt="0"/>
      <dgm:spPr/>
    </dgm:pt>
    <dgm:pt modelId="{FC7CF869-AA61-4BF8-8548-144C61F19BC1}" type="pres">
      <dgm:prSet presAssocID="{14D21F64-ED64-4062-92C2-EED3058C2B69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1AFEF42-9F39-4608-810F-3AACDA06E6AF}" type="pres">
      <dgm:prSet presAssocID="{14D21F64-ED64-4062-92C2-EED3058C2B69}" presName="parSh" presStyleLbl="node1" presStyleIdx="2" presStyleCnt="3" custScaleX="106186" custLinFactNeighborX="-497" custLinFactNeighborY="-31988"/>
      <dgm:spPr/>
    </dgm:pt>
    <dgm:pt modelId="{C1469DDA-402A-46F8-8293-6BC7AC8083DD}" type="pres">
      <dgm:prSet presAssocID="{14D21F64-ED64-4062-92C2-EED3058C2B69}" presName="desTx" presStyleLbl="fgAcc1" presStyleIdx="2" presStyleCnt="3" custScaleX="103953" custScaleY="67082" custLinFactNeighborX="-1120" custLinFactNeighborY="-7893">
        <dgm:presLayoutVars>
          <dgm:bulletEnabled val="1"/>
        </dgm:presLayoutVars>
      </dgm:prSet>
      <dgm:spPr/>
    </dgm:pt>
  </dgm:ptLst>
  <dgm:cxnLst>
    <dgm:cxn modelId="{DE0B1302-4A5C-4BDD-92FE-791A9869F4F4}" type="presOf" srcId="{3617F6CE-DFE3-485C-8C9A-3AEEFF397A9C}" destId="{0DDEB0CC-28B2-4361-B32E-340E550110C6}" srcOrd="0" destOrd="5" presId="urn:microsoft.com/office/officeart/2005/8/layout/process3"/>
    <dgm:cxn modelId="{48351D11-45DD-4756-8D3D-2A995A25C424}" type="presOf" srcId="{6AF9D64C-9F88-4C1C-902F-86FBA3A87BC7}" destId="{692CA13B-EF8A-4717-A70D-9313004E0C2E}" srcOrd="0" destOrd="2" presId="urn:microsoft.com/office/officeart/2005/8/layout/process3"/>
    <dgm:cxn modelId="{BACE691C-7B64-485C-9B77-40393016EFFB}" srcId="{44EB2B64-4DC5-426E-98B6-868F1CB3BD3F}" destId="{14D21F64-ED64-4062-92C2-EED3058C2B69}" srcOrd="2" destOrd="0" parTransId="{D551D3BE-5AF4-4B67-A5B5-5338B46D139D}" sibTransId="{16F49E45-8FF6-4DAD-8B95-B8A4EB7C596E}"/>
    <dgm:cxn modelId="{47D4131E-3B1E-45E8-B697-F196A666D9FB}" srcId="{14D21F64-ED64-4062-92C2-EED3058C2B69}" destId="{B2D0179F-5372-4BD4-902B-26709EF07088}" srcOrd="0" destOrd="0" parTransId="{1529B00E-0358-4D00-9739-375DBE182133}" sibTransId="{32B93935-B5C6-46EE-9252-E2C4DF4D3CE2}"/>
    <dgm:cxn modelId="{3CB4981E-4066-4A78-AAC0-E4F266AB143C}" type="presOf" srcId="{CEB9FD99-6614-4530-AF10-34C054165D0C}" destId="{0DDEB0CC-28B2-4361-B32E-340E550110C6}" srcOrd="0" destOrd="0" presId="urn:microsoft.com/office/officeart/2005/8/layout/process3"/>
    <dgm:cxn modelId="{12AD6823-710A-4520-A745-6ABCE679ACE7}" type="presOf" srcId="{38FDD254-F821-4711-9D61-D3ECAE9AE699}" destId="{A7249431-BFB7-4E11-903B-F9FE2C7D3FAC}" srcOrd="0" destOrd="0" presId="urn:microsoft.com/office/officeart/2005/8/layout/process3"/>
    <dgm:cxn modelId="{D2D2D026-DEB2-4FCF-A092-222D609639B7}" type="presOf" srcId="{1EC51027-8FB6-4285-9F9B-6B2BD670893E}" destId="{C1469DDA-402A-46F8-8293-6BC7AC8083DD}" srcOrd="0" destOrd="1" presId="urn:microsoft.com/office/officeart/2005/8/layout/process3"/>
    <dgm:cxn modelId="{6195832E-09F0-4DC5-BE0C-A03F0FDD7C4F}" srcId="{E39128E7-8036-413B-9AAB-CE423EF456C6}" destId="{6AF9D64C-9F88-4C1C-902F-86FBA3A87BC7}" srcOrd="1" destOrd="0" parTransId="{BEAE3580-E54A-482B-936E-47036CD923DD}" sibTransId="{0F89192C-0623-4017-A2D8-A048E580F7EB}"/>
    <dgm:cxn modelId="{5241E131-F2FD-4A99-922F-131799408D95}" srcId="{E9A496AC-D3F0-4BDD-9E96-1833A6075500}" destId="{DD599019-5A4C-412E-BBF0-E8CAA554F25A}" srcOrd="4" destOrd="0" parTransId="{8DF11F6B-47F0-42D1-8577-FBA714D93770}" sibTransId="{B5B27FF1-6436-4164-9F4E-BEF6DF8D8871}"/>
    <dgm:cxn modelId="{7B37D733-7964-4DA3-8A3C-D6B19CA5DFB6}" type="presOf" srcId="{2727A8C1-22E1-4DAB-8053-69911B90BCB9}" destId="{FCFAD7F4-AB8E-47D6-8866-39C6B0B89064}" srcOrd="0" destOrd="0" presId="urn:microsoft.com/office/officeart/2005/8/layout/process3"/>
    <dgm:cxn modelId="{80AC333B-6AD4-453C-93A5-891D36192156}" srcId="{E9A496AC-D3F0-4BDD-9E96-1833A6075500}" destId="{3617F6CE-DFE3-485C-8C9A-3AEEFF397A9C}" srcOrd="5" destOrd="0" parTransId="{396898F8-BA96-4071-B1D4-E30D409BEBF6}" sibTransId="{111CD1CC-0006-42EC-9DC5-8FDA06A541CC}"/>
    <dgm:cxn modelId="{C0F9B45C-DA7A-40E2-9895-CF04A7CD5CBD}" type="presOf" srcId="{94C4496A-7F3C-4A16-A6FA-5AA6449196CB}" destId="{012EA7A2-C92F-4477-B5EA-F14135E45E23}" srcOrd="1" destOrd="0" presId="urn:microsoft.com/office/officeart/2005/8/layout/process3"/>
    <dgm:cxn modelId="{406B8841-F5BA-4827-8650-F7E3D997B693}" type="presOf" srcId="{94C4496A-7F3C-4A16-A6FA-5AA6449196CB}" destId="{E4C10C50-982C-4219-898C-CA86C4115794}" srcOrd="0" destOrd="0" presId="urn:microsoft.com/office/officeart/2005/8/layout/process3"/>
    <dgm:cxn modelId="{941EB642-E73C-4B00-9EE2-AAC11067C54E}" type="presOf" srcId="{2727A8C1-22E1-4DAB-8053-69911B90BCB9}" destId="{1ECE7016-0FDA-4F81-A2BE-C5FF64B8FB63}" srcOrd="1" destOrd="0" presId="urn:microsoft.com/office/officeart/2005/8/layout/process3"/>
    <dgm:cxn modelId="{710DE044-255B-42BE-94D0-58BC2A60E601}" type="presOf" srcId="{AEAAE1F5-6AD2-48AE-8DC8-B3C4052CE52F}" destId="{C1469DDA-402A-46F8-8293-6BC7AC8083DD}" srcOrd="0" destOrd="2" presId="urn:microsoft.com/office/officeart/2005/8/layout/process3"/>
    <dgm:cxn modelId="{4C51E469-D237-4A79-B943-1B3FB5FF6DA2}" srcId="{E9A496AC-D3F0-4BDD-9E96-1833A6075500}" destId="{99D2760A-994E-4881-9910-208743D35F36}" srcOrd="2" destOrd="0" parTransId="{8EA399D0-6CA2-4EB0-9775-A593F7B94528}" sibTransId="{D463617E-6AA8-4BB3-B238-514ECE7AEFE3}"/>
    <dgm:cxn modelId="{1272106D-EB0D-4E0C-A5DE-73369DE3BC4B}" type="presOf" srcId="{E39128E7-8036-413B-9AAB-CE423EF456C6}" destId="{692CA13B-EF8A-4717-A70D-9313004E0C2E}" srcOrd="0" destOrd="0" presId="urn:microsoft.com/office/officeart/2005/8/layout/process3"/>
    <dgm:cxn modelId="{EB08424D-53DB-4B8A-8A48-CB18CF7799B6}" type="presOf" srcId="{0AA2E8AA-4C04-41F4-AD4F-6A582E6AB1FF}" destId="{692CA13B-EF8A-4717-A70D-9313004E0C2E}" srcOrd="0" destOrd="3" presId="urn:microsoft.com/office/officeart/2005/8/layout/process3"/>
    <dgm:cxn modelId="{25FA4E75-7491-46B3-B694-F97555C27C4F}" type="presOf" srcId="{343B5E71-8151-4707-B2D9-F43895D91D80}" destId="{0DDEB0CC-28B2-4361-B32E-340E550110C6}" srcOrd="0" destOrd="1" presId="urn:microsoft.com/office/officeart/2005/8/layout/process3"/>
    <dgm:cxn modelId="{E348FD76-92A5-4F16-B957-C56391656658}" type="presOf" srcId="{38FDD254-F821-4711-9D61-D3ECAE9AE699}" destId="{AEF9223D-A938-413F-BF25-528B4C944B8A}" srcOrd="1" destOrd="0" presId="urn:microsoft.com/office/officeart/2005/8/layout/process3"/>
    <dgm:cxn modelId="{381B435A-6787-46FB-BD62-372A8A15000A}" type="presOf" srcId="{B2D0179F-5372-4BD4-902B-26709EF07088}" destId="{C1469DDA-402A-46F8-8293-6BC7AC8083DD}" srcOrd="0" destOrd="0" presId="urn:microsoft.com/office/officeart/2005/8/layout/process3"/>
    <dgm:cxn modelId="{CC10867A-F02C-497C-A043-A1568C793213}" srcId="{14D21F64-ED64-4062-92C2-EED3058C2B69}" destId="{AEAAE1F5-6AD2-48AE-8DC8-B3C4052CE52F}" srcOrd="2" destOrd="0" parTransId="{3F9A8437-1CFB-4BFB-A090-10F19143D22A}" sibTransId="{E317D1CC-1621-47B9-ACAD-16F707C153B1}"/>
    <dgm:cxn modelId="{BF5EB77A-E58F-405E-94A4-9A4BC7FE40B7}" type="presOf" srcId="{44EB2B64-4DC5-426E-98B6-868F1CB3BD3F}" destId="{B7F9A357-5ECF-4275-A8B1-01711F8F92D3}" srcOrd="0" destOrd="0" presId="urn:microsoft.com/office/officeart/2005/8/layout/process3"/>
    <dgm:cxn modelId="{37109980-6256-4140-94EF-1456721C16B8}" type="presOf" srcId="{99D2760A-994E-4881-9910-208743D35F36}" destId="{0DDEB0CC-28B2-4361-B32E-340E550110C6}" srcOrd="0" destOrd="2" presId="urn:microsoft.com/office/officeart/2005/8/layout/process3"/>
    <dgm:cxn modelId="{BDBDB382-FF09-4228-98EF-70D485D31BF0}" srcId="{E9A496AC-D3F0-4BDD-9E96-1833A6075500}" destId="{CEB9FD99-6614-4530-AF10-34C054165D0C}" srcOrd="0" destOrd="0" parTransId="{972A19FD-9924-488D-A505-70751188CF99}" sibTransId="{4919724A-BADB-47F9-B25B-7F42F2E69233}"/>
    <dgm:cxn modelId="{9B84488B-91F1-4B22-BD86-63E4E61568F1}" srcId="{38FDD254-F821-4711-9D61-D3ECAE9AE699}" destId="{0AA2E8AA-4C04-41F4-AD4F-6A582E6AB1FF}" srcOrd="1" destOrd="0" parTransId="{3B779097-DAEF-4081-82AB-1BE694A3C601}" sibTransId="{402200D4-DBD7-4114-99AA-52F9FBFF3A01}"/>
    <dgm:cxn modelId="{93D30793-CC8A-4632-BD62-BDBFD6318EF9}" type="presOf" srcId="{14D21F64-ED64-4062-92C2-EED3058C2B69}" destId="{FC7CF869-AA61-4BF8-8548-144C61F19BC1}" srcOrd="0" destOrd="0" presId="urn:microsoft.com/office/officeart/2005/8/layout/process3"/>
    <dgm:cxn modelId="{691D6A94-BCA8-4C31-B9DF-E7156E5659BD}" srcId="{44EB2B64-4DC5-426E-98B6-868F1CB3BD3F}" destId="{E9A496AC-D3F0-4BDD-9E96-1833A6075500}" srcOrd="1" destOrd="0" parTransId="{A56C1A5B-B368-4DC4-B854-C1F75117045A}" sibTransId="{94C4496A-7F3C-4A16-A6FA-5AA6449196CB}"/>
    <dgm:cxn modelId="{FEE387B0-E627-4EBF-93D2-26237CE7FF7D}" type="presOf" srcId="{3D367A07-D9AD-4D95-97FD-254F627E3505}" destId="{692CA13B-EF8A-4717-A70D-9313004E0C2E}" srcOrd="0" destOrd="1" presId="urn:microsoft.com/office/officeart/2005/8/layout/process3"/>
    <dgm:cxn modelId="{2E7148B5-6D75-41BC-A9A1-FC530D2B2FD0}" srcId="{E9A496AC-D3F0-4BDD-9E96-1833A6075500}" destId="{BA903F26-A3F9-4C65-8CFB-B8A22C062623}" srcOrd="3" destOrd="0" parTransId="{69E3A219-3235-4E93-99FE-40E9D8C15BC0}" sibTransId="{E861784E-5A72-4788-8B90-1C5F472BDA70}"/>
    <dgm:cxn modelId="{A4DF68BB-22D7-4EA6-8C4C-08C8790B412A}" type="presOf" srcId="{14D21F64-ED64-4062-92C2-EED3058C2B69}" destId="{81AFEF42-9F39-4608-810F-3AACDA06E6AF}" srcOrd="1" destOrd="0" presId="urn:microsoft.com/office/officeart/2005/8/layout/process3"/>
    <dgm:cxn modelId="{103C40BC-0352-4C54-A0D7-0B128D3E69C9}" type="presOf" srcId="{E9A496AC-D3F0-4BDD-9E96-1833A6075500}" destId="{28DDF3DC-FC73-474E-89F4-F7BADC4806C7}" srcOrd="0" destOrd="0" presId="urn:microsoft.com/office/officeart/2005/8/layout/process3"/>
    <dgm:cxn modelId="{B17326BE-6632-47D0-BE1A-A0887AF7DC9C}" type="presOf" srcId="{E9A496AC-D3F0-4BDD-9E96-1833A6075500}" destId="{BC32831C-0DD2-4D94-ACF1-6447F5464910}" srcOrd="1" destOrd="0" presId="urn:microsoft.com/office/officeart/2005/8/layout/process3"/>
    <dgm:cxn modelId="{8FD2D3CF-7767-44B4-90A2-974A02E2C68B}" srcId="{38FDD254-F821-4711-9D61-D3ECAE9AE699}" destId="{E39128E7-8036-413B-9AAB-CE423EF456C6}" srcOrd="0" destOrd="0" parTransId="{3F92B1E9-F904-421B-96C3-6D4ADD89CE1C}" sibTransId="{7CC5C964-A410-4240-931A-0721351B99AC}"/>
    <dgm:cxn modelId="{FFB986D4-2852-498F-8674-D23EA9C06C06}" srcId="{E39128E7-8036-413B-9AAB-CE423EF456C6}" destId="{3D367A07-D9AD-4D95-97FD-254F627E3505}" srcOrd="0" destOrd="0" parTransId="{457FD765-ADBE-43DB-83A6-8F3167DA7073}" sibTransId="{6AA7330F-950D-4094-9A8F-702EE178CA26}"/>
    <dgm:cxn modelId="{FBA3E1DF-3499-4EE3-8488-DE2BC19EAB7F}" srcId="{44EB2B64-4DC5-426E-98B6-868F1CB3BD3F}" destId="{38FDD254-F821-4711-9D61-D3ECAE9AE699}" srcOrd="0" destOrd="0" parTransId="{CBD8476B-ABCB-439F-B906-138E45AAE306}" sibTransId="{2727A8C1-22E1-4DAB-8053-69911B90BCB9}"/>
    <dgm:cxn modelId="{8BEFAAEB-7CAA-43B2-B620-78D51B057716}" type="presOf" srcId="{DD599019-5A4C-412E-BBF0-E8CAA554F25A}" destId="{0DDEB0CC-28B2-4361-B32E-340E550110C6}" srcOrd="0" destOrd="4" presId="urn:microsoft.com/office/officeart/2005/8/layout/process3"/>
    <dgm:cxn modelId="{703F6EF1-48C0-4AEC-9D1C-4D312D17A5AD}" srcId="{E9A496AC-D3F0-4BDD-9E96-1833A6075500}" destId="{343B5E71-8151-4707-B2D9-F43895D91D80}" srcOrd="1" destOrd="0" parTransId="{D6DD7577-3CB1-4712-B32A-FC7BABE8BA80}" sibTransId="{A073835D-532C-423C-BD72-5E0A98C61395}"/>
    <dgm:cxn modelId="{F5024EF6-60B0-42F8-B74E-8313C6E6F5C4}" type="presOf" srcId="{BA903F26-A3F9-4C65-8CFB-B8A22C062623}" destId="{0DDEB0CC-28B2-4361-B32E-340E550110C6}" srcOrd="0" destOrd="3" presId="urn:microsoft.com/office/officeart/2005/8/layout/process3"/>
    <dgm:cxn modelId="{E30ABDF6-6A9D-4405-8694-3952B1D499A2}" srcId="{14D21F64-ED64-4062-92C2-EED3058C2B69}" destId="{1EC51027-8FB6-4285-9F9B-6B2BD670893E}" srcOrd="1" destOrd="0" parTransId="{2E9BE8B9-9956-461F-819F-85F6C861D0BA}" sibTransId="{DF902287-0F64-4608-A426-D03FC6B39703}"/>
    <dgm:cxn modelId="{85F32E54-C614-4B1E-817F-92463B9CF505}" type="presParOf" srcId="{B7F9A357-5ECF-4275-A8B1-01711F8F92D3}" destId="{B2E5860C-B3F6-4355-B926-50D29E7CC623}" srcOrd="0" destOrd="0" presId="urn:microsoft.com/office/officeart/2005/8/layout/process3"/>
    <dgm:cxn modelId="{BB61A067-DB88-470B-AF86-CF71C40FBF7B}" type="presParOf" srcId="{B2E5860C-B3F6-4355-B926-50D29E7CC623}" destId="{A7249431-BFB7-4E11-903B-F9FE2C7D3FAC}" srcOrd="0" destOrd="0" presId="urn:microsoft.com/office/officeart/2005/8/layout/process3"/>
    <dgm:cxn modelId="{211AE409-0130-48C2-973F-601AD2ADC2AA}" type="presParOf" srcId="{B2E5860C-B3F6-4355-B926-50D29E7CC623}" destId="{AEF9223D-A938-413F-BF25-528B4C944B8A}" srcOrd="1" destOrd="0" presId="urn:microsoft.com/office/officeart/2005/8/layout/process3"/>
    <dgm:cxn modelId="{E978AE9B-AF9A-4219-9652-B275C0D29562}" type="presParOf" srcId="{B2E5860C-B3F6-4355-B926-50D29E7CC623}" destId="{692CA13B-EF8A-4717-A70D-9313004E0C2E}" srcOrd="2" destOrd="0" presId="urn:microsoft.com/office/officeart/2005/8/layout/process3"/>
    <dgm:cxn modelId="{F7641AF5-6BE1-4458-8277-847F7C8933BE}" type="presParOf" srcId="{B7F9A357-5ECF-4275-A8B1-01711F8F92D3}" destId="{FCFAD7F4-AB8E-47D6-8866-39C6B0B89064}" srcOrd="1" destOrd="0" presId="urn:microsoft.com/office/officeart/2005/8/layout/process3"/>
    <dgm:cxn modelId="{461951F6-265B-4DF5-8CBF-604D6651EA3C}" type="presParOf" srcId="{FCFAD7F4-AB8E-47D6-8866-39C6B0B89064}" destId="{1ECE7016-0FDA-4F81-A2BE-C5FF64B8FB63}" srcOrd="0" destOrd="0" presId="urn:microsoft.com/office/officeart/2005/8/layout/process3"/>
    <dgm:cxn modelId="{1B4D8E74-0863-4453-8DCE-E423578F2EEA}" type="presParOf" srcId="{B7F9A357-5ECF-4275-A8B1-01711F8F92D3}" destId="{0019CA9F-4C1B-4F61-9F9C-ACB7A3C930F5}" srcOrd="2" destOrd="0" presId="urn:microsoft.com/office/officeart/2005/8/layout/process3"/>
    <dgm:cxn modelId="{AF8DF7E5-7E99-4203-9F7A-E1CD821250F6}" type="presParOf" srcId="{0019CA9F-4C1B-4F61-9F9C-ACB7A3C930F5}" destId="{28DDF3DC-FC73-474E-89F4-F7BADC4806C7}" srcOrd="0" destOrd="0" presId="urn:microsoft.com/office/officeart/2005/8/layout/process3"/>
    <dgm:cxn modelId="{F12C487F-F3B5-4E2C-81A0-1B7FAAFFD3F2}" type="presParOf" srcId="{0019CA9F-4C1B-4F61-9F9C-ACB7A3C930F5}" destId="{BC32831C-0DD2-4D94-ACF1-6447F5464910}" srcOrd="1" destOrd="0" presId="urn:microsoft.com/office/officeart/2005/8/layout/process3"/>
    <dgm:cxn modelId="{4AB38C8E-5574-47B1-A7E5-776D7C0B4EB8}" type="presParOf" srcId="{0019CA9F-4C1B-4F61-9F9C-ACB7A3C930F5}" destId="{0DDEB0CC-28B2-4361-B32E-340E550110C6}" srcOrd="2" destOrd="0" presId="urn:microsoft.com/office/officeart/2005/8/layout/process3"/>
    <dgm:cxn modelId="{29B4EEA0-40CB-4E9D-97D2-11F07A7620A3}" type="presParOf" srcId="{B7F9A357-5ECF-4275-A8B1-01711F8F92D3}" destId="{E4C10C50-982C-4219-898C-CA86C4115794}" srcOrd="3" destOrd="0" presId="urn:microsoft.com/office/officeart/2005/8/layout/process3"/>
    <dgm:cxn modelId="{94DB8CA5-1346-488E-8823-FD3D515FEF46}" type="presParOf" srcId="{E4C10C50-982C-4219-898C-CA86C4115794}" destId="{012EA7A2-C92F-4477-B5EA-F14135E45E23}" srcOrd="0" destOrd="0" presId="urn:microsoft.com/office/officeart/2005/8/layout/process3"/>
    <dgm:cxn modelId="{FA1C821A-B012-4469-A93F-F21094D7F3EF}" type="presParOf" srcId="{B7F9A357-5ECF-4275-A8B1-01711F8F92D3}" destId="{1BA4475C-8F1D-43C3-BD21-918C3EB7BF56}" srcOrd="4" destOrd="0" presId="urn:microsoft.com/office/officeart/2005/8/layout/process3"/>
    <dgm:cxn modelId="{5B6DD10E-E59A-4891-AAE0-2067B85824A0}" type="presParOf" srcId="{1BA4475C-8F1D-43C3-BD21-918C3EB7BF56}" destId="{FC7CF869-AA61-4BF8-8548-144C61F19BC1}" srcOrd="0" destOrd="0" presId="urn:microsoft.com/office/officeart/2005/8/layout/process3"/>
    <dgm:cxn modelId="{45C5C8BD-D6A5-41E7-A65C-5F36EDAC62BB}" type="presParOf" srcId="{1BA4475C-8F1D-43C3-BD21-918C3EB7BF56}" destId="{81AFEF42-9F39-4608-810F-3AACDA06E6AF}" srcOrd="1" destOrd="0" presId="urn:microsoft.com/office/officeart/2005/8/layout/process3"/>
    <dgm:cxn modelId="{835DB8F0-0080-4382-AD56-A13773BA883A}" type="presParOf" srcId="{1BA4475C-8F1D-43C3-BD21-918C3EB7BF56}" destId="{C1469DDA-402A-46F8-8293-6BC7AC8083D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476EF-B07B-4AAD-AAAE-10C0917232C9}">
      <dsp:nvSpPr>
        <dsp:cNvPr id="0" name=""/>
        <dsp:cNvSpPr/>
      </dsp:nvSpPr>
      <dsp:spPr>
        <a:xfrm>
          <a:off x="972334" y="389407"/>
          <a:ext cx="2033917" cy="2033917"/>
        </a:xfrm>
        <a:prstGeom prst="pieWedge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/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+mj-lt"/>
            </a:rPr>
            <a:t>Bidang Inovasi</a:t>
          </a:r>
          <a:endParaRPr lang="en-MY" sz="1800" b="1" kern="1200">
            <a:latin typeface="+mj-lt"/>
          </a:endParaRPr>
        </a:p>
      </dsp:txBody>
      <dsp:txXfrm>
        <a:off x="1568054" y="985127"/>
        <a:ext cx="1438197" cy="1438197"/>
      </dsp:txXfrm>
    </dsp:sp>
    <dsp:sp modelId="{3D3B1022-65BD-4DA1-AACA-79DAF1397FBD}">
      <dsp:nvSpPr>
        <dsp:cNvPr id="0" name=""/>
        <dsp:cNvSpPr/>
      </dsp:nvSpPr>
      <dsp:spPr>
        <a:xfrm rot="5400000">
          <a:off x="3098997" y="385177"/>
          <a:ext cx="2033917" cy="2033917"/>
        </a:xfrm>
        <a:prstGeom prst="pieWedge">
          <a:avLst/>
        </a:prstGeom>
        <a:solidFill>
          <a:schemeClr val="accent3">
            <a:shade val="80000"/>
            <a:hueOff val="254955"/>
            <a:satOff val="-5214"/>
            <a:lumOff val="11477"/>
            <a:alphaOff val="0"/>
          </a:schemeClr>
        </a:solidFill>
        <a:ln/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+mj-lt"/>
            </a:rPr>
            <a:t>Kategori</a:t>
          </a:r>
          <a:endParaRPr lang="en-MY" sz="1800" b="1" kern="1200">
            <a:latin typeface="+mj-lt"/>
          </a:endParaRPr>
        </a:p>
      </dsp:txBody>
      <dsp:txXfrm rot="-5400000">
        <a:off x="3098997" y="980897"/>
        <a:ext cx="1438197" cy="1438197"/>
      </dsp:txXfrm>
    </dsp:sp>
    <dsp:sp modelId="{0A3699FB-FA2C-484D-AFF5-0E7973546539}">
      <dsp:nvSpPr>
        <dsp:cNvPr id="0" name=""/>
        <dsp:cNvSpPr/>
      </dsp:nvSpPr>
      <dsp:spPr>
        <a:xfrm rot="10800000">
          <a:off x="3100197" y="2517270"/>
          <a:ext cx="2033917" cy="2033917"/>
        </a:xfrm>
        <a:prstGeom prst="pieWedge">
          <a:avLst/>
        </a:prstGeom>
        <a:solidFill>
          <a:schemeClr val="accent3">
            <a:shade val="80000"/>
            <a:hueOff val="509911"/>
            <a:satOff val="-10429"/>
            <a:lumOff val="22955"/>
            <a:alphaOff val="0"/>
          </a:schemeClr>
        </a:solidFill>
        <a:ln/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Kumpulan</a:t>
          </a:r>
          <a:endParaRPr lang="en-MY" sz="1500" b="1" kern="1200"/>
        </a:p>
      </dsp:txBody>
      <dsp:txXfrm rot="10800000">
        <a:off x="3100197" y="2517270"/>
        <a:ext cx="1438197" cy="1438197"/>
      </dsp:txXfrm>
    </dsp:sp>
    <dsp:sp modelId="{A77D91E5-5750-422C-8FDA-72A8B63306AA}">
      <dsp:nvSpPr>
        <dsp:cNvPr id="0" name=""/>
        <dsp:cNvSpPr/>
      </dsp:nvSpPr>
      <dsp:spPr>
        <a:xfrm rot="16200000">
          <a:off x="972334" y="2517270"/>
          <a:ext cx="2033917" cy="2033917"/>
        </a:xfrm>
        <a:prstGeom prst="pieWedge">
          <a:avLst/>
        </a:prstGeom>
        <a:solidFill>
          <a:schemeClr val="accent3">
            <a:shade val="80000"/>
            <a:hueOff val="764866"/>
            <a:satOff val="-15643"/>
            <a:lumOff val="34432"/>
            <a:alphaOff val="0"/>
          </a:schemeClr>
        </a:solidFill>
        <a:ln/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Ahli Kumpulan</a:t>
          </a:r>
          <a:endParaRPr lang="en-MY" sz="1800" b="1" kern="1200"/>
        </a:p>
      </dsp:txBody>
      <dsp:txXfrm rot="5400000">
        <a:off x="1568054" y="2517270"/>
        <a:ext cx="1438197" cy="1438197"/>
      </dsp:txXfrm>
    </dsp:sp>
    <dsp:sp modelId="{D4CA5F6E-75A7-4984-812F-0936CF3A9AAE}">
      <dsp:nvSpPr>
        <dsp:cNvPr id="0" name=""/>
        <dsp:cNvSpPr/>
      </dsp:nvSpPr>
      <dsp:spPr>
        <a:xfrm>
          <a:off x="2702104" y="2047543"/>
          <a:ext cx="702241" cy="610645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/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AC4CAC1-5D6D-4A21-A7D0-4131D32A7DFE}">
      <dsp:nvSpPr>
        <dsp:cNvPr id="0" name=""/>
        <dsp:cNvSpPr/>
      </dsp:nvSpPr>
      <dsp:spPr>
        <a:xfrm rot="10800000">
          <a:off x="2702104" y="2282407"/>
          <a:ext cx="702241" cy="610645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/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9223D-A938-413F-BF25-528B4C944B8A}">
      <dsp:nvSpPr>
        <dsp:cNvPr id="0" name=""/>
        <dsp:cNvSpPr/>
      </dsp:nvSpPr>
      <dsp:spPr>
        <a:xfrm>
          <a:off x="0" y="0"/>
          <a:ext cx="2276990" cy="2859162"/>
        </a:xfrm>
        <a:prstGeom prst="roundRect">
          <a:avLst>
            <a:gd name="adj" fmla="val 10000"/>
          </a:avLst>
        </a:prstGeom>
        <a:solidFill>
          <a:schemeClr val="accent2"/>
        </a:solidFill>
        <a:ln/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Semakan kuantiti stok di kaunter Farmasi Pesakit Luar</a:t>
          </a:r>
          <a:endParaRPr lang="en-MY" sz="1800" kern="1200"/>
        </a:p>
      </dsp:txBody>
      <dsp:txXfrm>
        <a:off x="0" y="0"/>
        <a:ext cx="2276990" cy="941881"/>
      </dsp:txXfrm>
    </dsp:sp>
    <dsp:sp modelId="{692CA13B-EF8A-4717-A70D-9313004E0C2E}">
      <dsp:nvSpPr>
        <dsp:cNvPr id="0" name=""/>
        <dsp:cNvSpPr/>
      </dsp:nvSpPr>
      <dsp:spPr>
        <a:xfrm>
          <a:off x="448464" y="1478648"/>
          <a:ext cx="2128644" cy="2562527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/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0" i="0" u="none" strike="noStrike" kern="1200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 pitchFamily="2" charset="0"/>
              <a:cs typeface="Arial" charset="0"/>
            </a:rPr>
            <a:t>- Tempoh Inden:</a:t>
          </a:r>
          <a:endParaRPr lang="en-MY" sz="1600" i="0" kern="120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0" i="0" u="none" strike="noStrike" kern="1200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 pitchFamily="2" charset="0"/>
              <a:cs typeface="Arial" charset="0"/>
            </a:rPr>
            <a:t>1-7hb &amp; 15-20hb</a:t>
          </a:r>
          <a:endParaRPr lang="en-MY" sz="1600" i="0" kern="120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MY" sz="1600" i="0" kern="120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</a:rPr>
            <a:t>- </a:t>
          </a:r>
          <a:r>
            <a:rPr lang="en-US" altLang="zh-CN" sz="1600" b="0" i="0" u="none" strike="noStrike" kern="1200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Arial Unicode MS" charset="0"/>
              <a:cs typeface="Arial" charset="0"/>
            </a:rPr>
            <a:t>Penyimpanan stok di kaunter yang ideal sebanyak 2 minggu penggunaan</a:t>
          </a:r>
          <a:endParaRPr lang="en-MY" sz="1600" i="0" kern="1200">
            <a:solidFill>
              <a:schemeClr val="tx1">
                <a:lumMod val="75000"/>
                <a:lumOff val="25000"/>
              </a:schemeClr>
            </a:solidFill>
            <a:latin typeface="+mj-lt"/>
          </a:endParaRPr>
        </a:p>
      </dsp:txBody>
      <dsp:txXfrm>
        <a:off x="510810" y="1540994"/>
        <a:ext cx="2003952" cy="2437835"/>
      </dsp:txXfrm>
    </dsp:sp>
    <dsp:sp modelId="{FCFAD7F4-AB8E-47D6-8866-39C6B0B89064}">
      <dsp:nvSpPr>
        <dsp:cNvPr id="0" name=""/>
        <dsp:cNvSpPr/>
      </dsp:nvSpPr>
      <dsp:spPr>
        <a:xfrm rot="21599928">
          <a:off x="2553462" y="323800"/>
          <a:ext cx="762557" cy="5669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/>
        </a:p>
      </dsp:txBody>
      <dsp:txXfrm>
        <a:off x="2553462" y="437183"/>
        <a:ext cx="592486" cy="340142"/>
      </dsp:txXfrm>
    </dsp:sp>
    <dsp:sp modelId="{BC32831C-0DD2-4D94-ACF1-6447F5464910}">
      <dsp:nvSpPr>
        <dsp:cNvPr id="0" name=""/>
        <dsp:cNvSpPr/>
      </dsp:nvSpPr>
      <dsp:spPr>
        <a:xfrm>
          <a:off x="3715778" y="0"/>
          <a:ext cx="2478664" cy="2841827"/>
        </a:xfrm>
        <a:prstGeom prst="roundRect">
          <a:avLst>
            <a:gd name="adj" fmla="val 10000"/>
          </a:avLst>
        </a:prstGeom>
        <a:solidFill>
          <a:schemeClr val="accent2"/>
        </a:solidFill>
        <a:ln/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Membuat pesanan stok dan menghantar permohonan ke stor unit</a:t>
          </a:r>
          <a:endParaRPr lang="en-MY" sz="1800" kern="1200"/>
        </a:p>
      </dsp:txBody>
      <dsp:txXfrm>
        <a:off x="3715778" y="0"/>
        <a:ext cx="2478664" cy="936171"/>
      </dsp:txXfrm>
    </dsp:sp>
    <dsp:sp modelId="{0DDEB0CC-28B2-4361-B32E-340E550110C6}">
      <dsp:nvSpPr>
        <dsp:cNvPr id="0" name=""/>
        <dsp:cNvSpPr/>
      </dsp:nvSpPr>
      <dsp:spPr>
        <a:xfrm>
          <a:off x="4191793" y="1493585"/>
          <a:ext cx="2157676" cy="2638135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/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CN" sz="1600" b="0" i="0" u="none" strike="noStrike" kern="1200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Roboto" pitchFamily="2" charset="0"/>
              <a:cs typeface="Arial" charset="0"/>
            </a:rPr>
            <a:t>- Pesanan dibuat secara manual </a:t>
          </a: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Kuantiti pesanan tidak diisi</a:t>
          </a: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Inden yang tidak lengkap (tercicir item untuk inden)</a:t>
          </a: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MY" sz="1600" kern="1200"/>
        </a:p>
      </dsp:txBody>
      <dsp:txXfrm>
        <a:off x="4254989" y="1556781"/>
        <a:ext cx="2031284" cy="2511743"/>
      </dsp:txXfrm>
    </dsp:sp>
    <dsp:sp modelId="{E4C10C50-982C-4219-898C-CA86C4115794}">
      <dsp:nvSpPr>
        <dsp:cNvPr id="0" name=""/>
        <dsp:cNvSpPr/>
      </dsp:nvSpPr>
      <dsp:spPr>
        <a:xfrm>
          <a:off x="6391564" y="311042"/>
          <a:ext cx="714897" cy="5669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/>
        </a:p>
      </dsp:txBody>
      <dsp:txXfrm>
        <a:off x="6391564" y="424423"/>
        <a:ext cx="544826" cy="340142"/>
      </dsp:txXfrm>
    </dsp:sp>
    <dsp:sp modelId="{81AFEF42-9F39-4608-810F-3AACDA06E6AF}">
      <dsp:nvSpPr>
        <dsp:cNvPr id="0" name=""/>
        <dsp:cNvSpPr/>
      </dsp:nvSpPr>
      <dsp:spPr>
        <a:xfrm>
          <a:off x="7271278" y="0"/>
          <a:ext cx="2417845" cy="2764800"/>
        </a:xfrm>
        <a:prstGeom prst="roundRect">
          <a:avLst>
            <a:gd name="adj" fmla="val 10000"/>
          </a:avLst>
        </a:prstGeom>
        <a:solidFill>
          <a:schemeClr val="accent4"/>
        </a:solidFill>
        <a:ln/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latin typeface="+mn-lt"/>
            </a:rPr>
            <a:t>Pengeluaran stok oleh </a:t>
          </a:r>
          <a:r>
            <a:rPr lang="en-US" sz="1800" i="0" kern="1200">
              <a:solidFill>
                <a:schemeClr val="bg1"/>
              </a:solidFill>
              <a:latin typeface="+mn-lt"/>
            </a:rPr>
            <a:t>Penolong Pegawai Farmasi yang menjaga stor unit </a:t>
          </a:r>
          <a:r>
            <a:rPr lang="en-US" sz="1800" kern="1200">
              <a:solidFill>
                <a:schemeClr val="bg1"/>
              </a:solidFill>
              <a:latin typeface="+mn-lt"/>
            </a:rPr>
            <a:t> </a:t>
          </a:r>
          <a:endParaRPr lang="en-MY" sz="1800" kern="1200">
            <a:solidFill>
              <a:schemeClr val="bg1"/>
            </a:solidFill>
            <a:latin typeface="+mn-lt"/>
          </a:endParaRPr>
        </a:p>
      </dsp:txBody>
      <dsp:txXfrm>
        <a:off x="7271278" y="0"/>
        <a:ext cx="2417845" cy="910796"/>
      </dsp:txXfrm>
    </dsp:sp>
    <dsp:sp modelId="{C1469DDA-402A-46F8-8293-6BC7AC8083DD}">
      <dsp:nvSpPr>
        <dsp:cNvPr id="0" name=""/>
        <dsp:cNvSpPr/>
      </dsp:nvSpPr>
      <dsp:spPr>
        <a:xfrm>
          <a:off x="7748887" y="1498087"/>
          <a:ext cx="2367000" cy="2472910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/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Pembekalan berdasarkan baki stok di stor unit</a:t>
          </a: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- </a:t>
          </a:r>
          <a:r>
            <a:rPr lang="en-US" altLang="zh-CN" sz="1600" b="0" i="0" u="none" strike="noStrike" kern="1200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Arial Unicode MS" charset="0"/>
              <a:cs typeface="Arial" charset="0"/>
            </a:rPr>
            <a:t>Proses pengeluaran stok terlalu kerap menyukarkan pemantauan penggunaan stok </a:t>
          </a:r>
          <a:endParaRPr lang="en-MY" sz="1600" kern="120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sp:txBody>
      <dsp:txXfrm>
        <a:off x="7818214" y="1567414"/>
        <a:ext cx="2228346" cy="23342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5/1/2026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" name="Text box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" name="Text box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871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" name="Object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1" name="Text box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3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7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8" name="Rectangles"/>
          <p:cNvSpPr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>
              <a:avLst/>
            </a:prstTxWarp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Text box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991243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8" name="Object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89" name="Text box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5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291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184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220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77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5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6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57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34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8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9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10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4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0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1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32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884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2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3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44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463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1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2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53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08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2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3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74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646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3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4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85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358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0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1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62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27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2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3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194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356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1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2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03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307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3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4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15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172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9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20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21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006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25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26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27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730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34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35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36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96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40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41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42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2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46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47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  <p:sp>
        <p:nvSpPr>
          <p:cNvPr id="248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5475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099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05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52" name="Object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53" name="Text box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4" name="Rectangles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2775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13" name="Rectangles"/>
          <p:cNvSpPr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>
              <a:avLst/>
            </a:prstTxWarp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27</a:t>
            </a:fld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14" name="Text box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5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19959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3440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1509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040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166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160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8807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1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58718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66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15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7008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058442"/>
      </p:ext>
    </p:extLst>
  </p:cSld>
  <p:clrMapOvr>
    <a:masterClrMapping/>
  </p:clrMapOvr>
  <p:hf sldNum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s"/>
          <p:cNvSpPr>
            <a:spLocks/>
          </p:cNvSpPr>
          <p:nvPr/>
        </p:nvSpPr>
        <p:spPr>
          <a:xfrm>
            <a:off x="-35400" y="-19800"/>
            <a:ext cx="12262799" cy="6897600"/>
          </a:xfrm>
          <a:prstGeom prst="rect">
            <a:avLst/>
          </a:prstGeom>
          <a:solidFill>
            <a:srgbClr val="CFD8DC">
              <a:alpha val="49000"/>
            </a:srgbClr>
          </a:solidFill>
          <a:ln w="12700" cap="flat" cmpd="sng">
            <a:noFill/>
            <a:prstDash val="solid"/>
            <a:round/>
          </a:ln>
        </p:spPr>
      </p:sp>
      <p:sp>
        <p:nvSpPr>
          <p:cNvPr id="42" name="Text box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Microsoft JhengHei UI" charset="0"/>
                <a:cs typeface="Arial" charset="0"/>
              </a:rPr>
              <a:t>‹#›</a:t>
            </a:fld>
            <a:endParaRPr lang="zh-CN" altLang="en-US">
              <a:latin typeface="Arial" charset="0"/>
              <a:ea typeface="Microsoft JhengHei UI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00961"/>
      </p:ext>
    </p:extLst>
  </p:cSld>
  <p:clrMapOvr>
    <a:masterClrMapping/>
  </p:clrMapOvr>
  <p:hf sldNum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6509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18540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7946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1156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51118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609006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821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53107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7952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9429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72424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1648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760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8568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911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5920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6600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085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42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0265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412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3296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box"/>
          <p:cNvSpPr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b" anchorCtr="0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34" name="Text box"/>
          <p:cNvSpPr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marL="609219" indent="-507873">
              <a:spcBef>
                <a:spcPts val="800"/>
              </a:spcBef>
              <a:spcAft>
                <a:spcPts val="0"/>
              </a:spcAft>
              <a:buSzPts val="2400"/>
              <a:buFont typeface="Droid Sans" charset="0"/>
              <a:buChar char="◎"/>
            </a:pPr>
            <a:endParaRPr lang="zh-CN" altLang="en-US" sz="3200"/>
          </a:p>
        </p:txBody>
      </p:sp>
      <p:sp>
        <p:nvSpPr>
          <p:cNvPr id="135" name="Text box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733" b="1" i="0" u="none" strike="noStrike" kern="1200" cap="none" spc="0" baseline="0">
                <a:solidFill>
                  <a:schemeClr val="accent1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‹#›</a:t>
            </a:fld>
            <a:endParaRPr lang="zh-CN" altLang="en-US" sz="1733" b="1">
              <a:solidFill>
                <a:schemeClr val="accent1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988761"/>
      </p:ext>
    </p:extLst>
  </p:cSld>
  <p:clrMapOvr>
    <a:masterClrMapping/>
  </p:clrMapOvr>
  <p:hf sldNum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30108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72265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886240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819610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55172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4389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7564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10613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87877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52094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942773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96315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816385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992593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18741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92641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71416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1651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26476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545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753941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951920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470188"/>
      </p:ext>
    </p:extLst>
  </p:cSld>
  <p:clrMapOvr>
    <a:masterClrMapping/>
  </p:clrMapOvr>
  <p:hf sldNum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314435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766578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3181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19975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37060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57292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7893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104674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54066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1087627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3067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box"/>
          <p:cNvSpPr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999819"/>
      </p:ext>
    </p:extLst>
  </p:cSld>
  <p:clrMapOvr>
    <a:masterClrMapping/>
  </p:clrMapOvr>
  <p:hf sldNum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box"/>
          <p:cNvSpPr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56739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08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5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marL="45720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 charset="0"/>
              <a:buChar char="◎"/>
            </a:pPr>
            <a:endParaRPr lang="zh-CN" altLang="en-US" sz="3000">
              <a:solidFill>
                <a:srgbClr val="263238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733" b="1" i="0" u="none" strike="noStrike" kern="1200" cap="none" spc="0" baseline="0">
                <a:solidFill>
                  <a:schemeClr val="accent1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‹#›</a:t>
            </a:fld>
            <a:endParaRPr lang="zh-CN" altLang="en-US" sz="1733" b="1">
              <a:solidFill>
                <a:schemeClr val="accent1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81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spd="slow"/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59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Arial Unicode MS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78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67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 charset="0"/>
          <a:ea typeface="Microsoft JhengHei UI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"/>
          <p:cNvSpPr>
            <a:spLocks/>
          </p:cNvSpPr>
          <p:nvPr/>
        </p:nvSpPr>
        <p:spPr>
          <a:xfrm>
            <a:off x="1459904" y="2139676"/>
            <a:ext cx="710491" cy="964554"/>
          </a:xfrm>
          <a:prstGeom prst="triangle">
            <a:avLst>
              <a:gd name="adj" fmla="val 51694"/>
            </a:avLst>
          </a:prstGeom>
          <a:solidFill>
            <a:srgbClr val="BBFBFE"/>
          </a:solidFill>
          <a:ln w="12700" cap="flat" cmpd="sng">
            <a:noFill/>
            <a:prstDash val="solid"/>
            <a:round/>
          </a:ln>
        </p:spPr>
      </p:sp>
      <p:sp>
        <p:nvSpPr>
          <p:cNvPr id="12" name="Rectangles"/>
          <p:cNvSpPr>
            <a:spLocks/>
          </p:cNvSpPr>
          <p:nvPr/>
        </p:nvSpPr>
        <p:spPr>
          <a:xfrm>
            <a:off x="452927" y="1361301"/>
            <a:ext cx="6392254" cy="224676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0" b="1" i="0" u="none" strike="noStrike" kern="1200" cap="none" spc="0" baseline="0">
                <a:solidFill>
                  <a:srgbClr val="002060"/>
                </a:solidFill>
                <a:latin typeface="Roboto ExtraLight" pitchFamily="2" charset="0"/>
                <a:ea typeface="Roboto ExtraLight" pitchFamily="2" charset="0"/>
                <a:cs typeface="Arial" charset="0"/>
              </a:rPr>
              <a:t>ARISE</a:t>
            </a:r>
            <a:endParaRPr lang="zh-CN" altLang="en-US" sz="14000" b="1" i="0" u="none" strike="noStrike" kern="1200" cap="none" spc="0" baseline="0">
              <a:solidFill>
                <a:srgbClr val="002060"/>
              </a:solidFill>
              <a:latin typeface="Roboto ExtraLight" pitchFamily="2" charset="0"/>
              <a:ea typeface="Roboto ExtraLight" pitchFamily="2" charset="0"/>
              <a:cs typeface="Arial" charset="0"/>
            </a:endParaRPr>
          </a:p>
        </p:txBody>
      </p:sp>
      <p:sp>
        <p:nvSpPr>
          <p:cNvPr id="13" name="Rectangles"/>
          <p:cNvSpPr>
            <a:spLocks/>
          </p:cNvSpPr>
          <p:nvPr/>
        </p:nvSpPr>
        <p:spPr>
          <a:xfrm>
            <a:off x="7221197" y="0"/>
            <a:ext cx="4970803" cy="6858000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round/>
          </a:ln>
        </p:spPr>
        <p:txBody>
          <a:bodyPr/>
          <a:lstStyle/>
          <a:p>
            <a:endParaRPr lang="en-MY"/>
          </a:p>
        </p:txBody>
      </p:sp>
      <p:sp>
        <p:nvSpPr>
          <p:cNvPr id="14" name="Rectangles"/>
          <p:cNvSpPr>
            <a:spLocks/>
          </p:cNvSpPr>
          <p:nvPr/>
        </p:nvSpPr>
        <p:spPr>
          <a:xfrm>
            <a:off x="452927" y="5320693"/>
            <a:ext cx="6392254" cy="8153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558ED5"/>
                </a:solidFill>
                <a:latin typeface="Roboto" pitchFamily="2" charset="0"/>
                <a:ea typeface="Roboto" pitchFamily="2" charset="0"/>
                <a:cs typeface="Arial" charset="0"/>
              </a:rPr>
              <a:t>FARMASI PESAKIT LUAR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558ED5"/>
                </a:solidFill>
                <a:latin typeface="Roboto" pitchFamily="2" charset="0"/>
                <a:ea typeface="Roboto" pitchFamily="2" charset="0"/>
                <a:cs typeface="Arial" charset="0"/>
              </a:rPr>
              <a:t>HOSPITAL SEGAMAT</a:t>
            </a:r>
            <a:endParaRPr lang="zh-CN" altLang="en-US" sz="2400" b="0" i="0" u="none" strike="noStrike" kern="1200" cap="none" spc="0" baseline="0">
              <a:solidFill>
                <a:srgbClr val="558ED5"/>
              </a:solidFill>
              <a:latin typeface="Roboto" pitchFamily="2" charset="0"/>
              <a:ea typeface="Roboto" pitchFamily="2" charset="0"/>
              <a:cs typeface="Arial" charset="0"/>
            </a:endParaRPr>
          </a:p>
        </p:txBody>
      </p:sp>
      <p:sp>
        <p:nvSpPr>
          <p:cNvPr id="15" name="Rectangles"/>
          <p:cNvSpPr>
            <a:spLocks/>
          </p:cNvSpPr>
          <p:nvPr/>
        </p:nvSpPr>
        <p:spPr>
          <a:xfrm>
            <a:off x="700755" y="3313623"/>
            <a:ext cx="6074635" cy="45718"/>
          </a:xfrm>
          <a:prstGeom prst="rect">
            <a:avLst/>
          </a:prstGeom>
          <a:solidFill>
            <a:srgbClr val="C00000"/>
          </a:solidFill>
          <a:ln w="12700" cap="flat" cmpd="sng">
            <a:noFill/>
            <a:prstDash val="solid"/>
            <a:round/>
          </a:ln>
        </p:spPr>
      </p:sp>
      <p:sp>
        <p:nvSpPr>
          <p:cNvPr id="16" name="Rectangles"/>
          <p:cNvSpPr>
            <a:spLocks/>
          </p:cNvSpPr>
          <p:nvPr/>
        </p:nvSpPr>
        <p:spPr>
          <a:xfrm>
            <a:off x="541945" y="3429000"/>
            <a:ext cx="6392254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chemeClr val="accent5"/>
                </a:solidFill>
                <a:latin typeface="Arial" charset="0"/>
                <a:ea typeface="Microsoft JhengHei UI" charset="0"/>
                <a:cs typeface="Arial" charset="0"/>
              </a:rPr>
              <a:t>AGILE RESTOCK INVENTORY SURVEILLANCE ENGINE</a:t>
            </a:r>
            <a:endParaRPr lang="zh-CN" altLang="en-US" sz="1800" b="0" i="0" u="none" strike="noStrike" kern="1200" cap="none" spc="0" baseline="0">
              <a:solidFill>
                <a:schemeClr val="accent5"/>
              </a:solidFill>
              <a:latin typeface="Bahnschrift Light" pitchFamily="34" charset="0"/>
              <a:ea typeface="Roboto Condensed" pitchFamily="2" charset="0"/>
              <a:cs typeface="Arial" charset="0"/>
            </a:endParaRPr>
          </a:p>
        </p:txBody>
      </p:sp>
      <p:grpSp>
        <p:nvGrpSpPr>
          <p:cNvPr id="19" name="Combination"/>
          <p:cNvGrpSpPr>
            <a:grpSpLocks/>
          </p:cNvGrpSpPr>
          <p:nvPr/>
        </p:nvGrpSpPr>
        <p:grpSpPr>
          <a:xfrm>
            <a:off x="8967745" y="1990609"/>
            <a:ext cx="1079498" cy="2876781"/>
            <a:chOff x="8967745" y="1990609"/>
            <a:chExt cx="1079498" cy="2876781"/>
          </a:xfrm>
        </p:grpSpPr>
        <p:sp>
          <p:nvSpPr>
            <p:cNvPr id="17" name="Isosceles triangle"/>
            <p:cNvSpPr>
              <a:spLocks/>
            </p:cNvSpPr>
            <p:nvPr/>
          </p:nvSpPr>
          <p:spPr>
            <a:xfrm>
              <a:off x="8967745" y="1990609"/>
              <a:ext cx="1079498" cy="1441639"/>
            </a:xfrm>
            <a:prstGeom prst="triangle">
              <a:avLst>
                <a:gd name="adj" fmla="val 100000"/>
              </a:avLst>
            </a:prstGeom>
            <a:solidFill>
              <a:srgbClr val="BFE3F8"/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8" name="Isosceles triangle"/>
            <p:cNvSpPr>
              <a:spLocks/>
            </p:cNvSpPr>
            <p:nvPr/>
          </p:nvSpPr>
          <p:spPr>
            <a:xfrm>
              <a:off x="8967745" y="3425751"/>
              <a:ext cx="1079498" cy="1441638"/>
            </a:xfrm>
            <a:prstGeom prst="triangle">
              <a:avLst>
                <a:gd name="adj" fmla="val 100000"/>
              </a:avLst>
            </a:prstGeom>
            <a:solidFill>
              <a:srgbClr val="BFE3F8"/>
            </a:solidFill>
            <a:ln w="12700" cap="flat" cmpd="sng">
              <a:noFill/>
              <a:prstDash val="solid"/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94960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096196CF-C373-465B-1F06-BCEF9342FF81}"/>
              </a:ext>
            </a:extLst>
          </p:cNvPr>
          <p:cNvSpPr/>
          <p:nvPr/>
        </p:nvSpPr>
        <p:spPr>
          <a:xfrm>
            <a:off x="3629891" y="1093763"/>
            <a:ext cx="2623125" cy="2566855"/>
          </a:xfrm>
          <a:prstGeom prst="pieWedg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fillRef>
          <a:effect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CA67B16D-B5FC-7ADC-20AF-AD1FDAB754E1}"/>
              </a:ext>
            </a:extLst>
          </p:cNvPr>
          <p:cNvSpPr/>
          <p:nvPr/>
        </p:nvSpPr>
        <p:spPr>
          <a:xfrm rot="5400000">
            <a:off x="6321203" y="1087291"/>
            <a:ext cx="2566856" cy="2542857"/>
          </a:xfrm>
          <a:prstGeom prst="pieWedg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fillRef>
          <a:effect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MY">
              <a:solidFill>
                <a:srgbClr val="002060"/>
              </a:solidFill>
            </a:endParaRPr>
          </a:p>
        </p:txBody>
      </p:sp>
      <p:sp>
        <p:nvSpPr>
          <p:cNvPr id="12" name="Partial Circle 11">
            <a:extLst>
              <a:ext uri="{FF2B5EF4-FFF2-40B4-BE49-F238E27FC236}">
                <a16:creationId xmlns:a16="http://schemas.microsoft.com/office/drawing/2014/main" id="{2B5D14F6-6F51-558A-95BA-926E5604AB91}"/>
              </a:ext>
            </a:extLst>
          </p:cNvPr>
          <p:cNvSpPr/>
          <p:nvPr/>
        </p:nvSpPr>
        <p:spPr>
          <a:xfrm rot="10800000">
            <a:off x="6344028" y="3751280"/>
            <a:ext cx="2605920" cy="2635512"/>
          </a:xfrm>
          <a:prstGeom prst="pieWedg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fillRef>
          <a:effect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Rectangles"/>
          <p:cNvSpPr>
            <a:spLocks/>
          </p:cNvSpPr>
          <p:nvPr/>
        </p:nvSpPr>
        <p:spPr>
          <a:xfrm>
            <a:off x="587834" y="355962"/>
            <a:ext cx="10443678" cy="6462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3F3F3F"/>
                </a:solidFill>
                <a:latin typeface="Century Gothic" charset="0"/>
                <a:ea typeface="Century Gothic" charset="0"/>
                <a:cs typeface="Century Gothic" charset="0"/>
                <a:sym typeface="Century Gothic" charset="0"/>
              </a:rPr>
              <a:t>LATAR BELAKANG PROJEK</a:t>
            </a:r>
            <a:r>
              <a:rPr lang="en-US" altLang="zh-CN" sz="3600" b="1" i="0" u="none" strike="noStrike" kern="0" cap="none" spc="0" baseline="0">
                <a:solidFill>
                  <a:srgbClr val="3F3F3F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71BFEA5A-7BAA-0D8C-0EE3-EFFF17BC8295}"/>
              </a:ext>
            </a:extLst>
          </p:cNvPr>
          <p:cNvSpPr/>
          <p:nvPr/>
        </p:nvSpPr>
        <p:spPr>
          <a:xfrm rot="16200000">
            <a:off x="3615096" y="3772637"/>
            <a:ext cx="2635513" cy="2605920"/>
          </a:xfrm>
          <a:prstGeom prst="pieWedge">
            <a:avLst/>
          </a:prstGeom>
          <a:solidFill>
            <a:srgbClr val="F0E5FB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fillRef>
          <a:effectRef idx="1">
            <a:schemeClr val="accent3">
              <a:shade val="80000"/>
              <a:hueOff val="254955"/>
              <a:satOff val="-5214"/>
              <a:lumOff val="11477"/>
              <a:alphaOff val="0"/>
            </a:schemeClr>
          </a:effectRef>
          <a:fontRef idx="minor">
            <a:schemeClr val="lt1"/>
          </a:fontRef>
        </p:style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4BA06C4-B6E9-8843-BDAA-1874CEB5E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8284122"/>
              </p:ext>
            </p:extLst>
          </p:nvPr>
        </p:nvGraphicFramePr>
        <p:xfrm>
          <a:off x="3233793" y="1221369"/>
          <a:ext cx="6106450" cy="4940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1D93EB58-085F-9832-B815-3363FCB1D778}"/>
              </a:ext>
            </a:extLst>
          </p:cNvPr>
          <p:cNvSpPr/>
          <p:nvPr/>
        </p:nvSpPr>
        <p:spPr>
          <a:xfrm rot="13334094">
            <a:off x="4443692" y="1104148"/>
            <a:ext cx="1467822" cy="297149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b="1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Penyampaian</a:t>
            </a:r>
            <a:r>
              <a:rPr lang="en-US" sz="1600" b="0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  </a:t>
            </a:r>
            <a:r>
              <a:rPr lang="en-US" sz="1600" b="1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Perkhidmatan</a:t>
            </a:r>
            <a:endParaRPr lang="en-US" b="1" cap="none" spc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A6D423-7C50-CD78-692D-69F572096CED}"/>
              </a:ext>
            </a:extLst>
          </p:cNvPr>
          <p:cNvSpPr/>
          <p:nvPr/>
        </p:nvSpPr>
        <p:spPr>
          <a:xfrm rot="19191207">
            <a:off x="7262580" y="1478201"/>
            <a:ext cx="699146" cy="156561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1600" b="1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Penciptaan</a:t>
            </a:r>
            <a:endParaRPr lang="en-US" sz="2000" b="1" cap="none" spc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33C619-7F76-6E77-9E4E-CBA03F2844D7}"/>
              </a:ext>
            </a:extLst>
          </p:cNvPr>
          <p:cNvSpPr/>
          <p:nvPr/>
        </p:nvSpPr>
        <p:spPr>
          <a:xfrm rot="2483497">
            <a:off x="7364177" y="4515653"/>
            <a:ext cx="699146" cy="110676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1600" b="1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Primer</a:t>
            </a:r>
            <a:endParaRPr lang="en-US" b="1" cap="none" spc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C4F850-A1E9-F544-8DC7-C42DEBE2D19E}"/>
              </a:ext>
            </a:extLst>
          </p:cNvPr>
          <p:cNvSpPr/>
          <p:nvPr/>
        </p:nvSpPr>
        <p:spPr>
          <a:xfrm rot="8379543">
            <a:off x="4361166" y="3422730"/>
            <a:ext cx="1430308" cy="244843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>
                <a:gd name="adj" fmla="val 10881134"/>
              </a:avLst>
            </a:prstTxWarp>
            <a:spAutoFit/>
          </a:bodyPr>
          <a:lstStyle/>
          <a:p>
            <a:pPr algn="ctr"/>
            <a:r>
              <a:rPr lang="en-US" sz="1600" b="1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Farmasi Pesakit Luar </a:t>
            </a:r>
          </a:p>
          <a:p>
            <a:pPr algn="ctr"/>
            <a:r>
              <a:rPr lang="en-US" sz="1600" b="1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</a:rPr>
              <a:t>Hospital Segamat</a:t>
            </a:r>
            <a:endParaRPr lang="en-US" b="1" cap="none" spc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531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"/>
          <p:cNvSpPr>
            <a:spLocks noGrp="1"/>
          </p:cNvSpPr>
          <p:nvPr>
            <p:ph type="body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1200" cap="none" spc="0" baseline="0">
                <a:solidFill>
                  <a:srgbClr val="262626"/>
                </a:solidFill>
                <a:latin typeface="Arial" charset="0"/>
                <a:ea typeface="Arial Unicode MS" charset="0"/>
                <a:cs typeface="Arial" charset="0"/>
              </a:rPr>
              <a:t>ISU SISTEM INDEN SEMASA</a:t>
            </a:r>
            <a:endParaRPr lang="zh-CN" altLang="en-US" sz="5400" b="0" i="0" u="none" strike="noStrike" kern="1200" cap="none" spc="0" baseline="0">
              <a:solidFill>
                <a:srgbClr val="262626"/>
              </a:solidFill>
              <a:latin typeface="Arial" charset="0"/>
              <a:ea typeface="Arial Unicode MS" charset="0"/>
              <a:cs typeface="Arial" charset="0"/>
            </a:endParaRPr>
          </a:p>
        </p:txBody>
      </p:sp>
      <p:grpSp>
        <p:nvGrpSpPr>
          <p:cNvPr id="71" name="Combination"/>
          <p:cNvGrpSpPr>
            <a:grpSpLocks/>
          </p:cNvGrpSpPr>
          <p:nvPr/>
        </p:nvGrpSpPr>
        <p:grpSpPr>
          <a:xfrm>
            <a:off x="7334857" y="1942759"/>
            <a:ext cx="3670314" cy="670416"/>
            <a:chOff x="7334857" y="1942759"/>
            <a:chExt cx="3670314" cy="670416"/>
          </a:xfrm>
        </p:grpSpPr>
        <p:sp>
          <p:nvSpPr>
            <p:cNvPr id="69" name="Rectangles"/>
            <p:cNvSpPr>
              <a:spLocks/>
            </p:cNvSpPr>
            <p:nvPr/>
          </p:nvSpPr>
          <p:spPr>
            <a:xfrm>
              <a:off x="7334857" y="2159785"/>
              <a:ext cx="3670314" cy="453390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Penyimpanan Stok di Kaunter sebanyak 2 Minggu penggunaan</a:t>
              </a:r>
              <a:endParaRPr lang="zh-CN" altLang="en-US" sz="1200" b="0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  <p:sp>
          <p:nvSpPr>
            <p:cNvPr id="70" name="Rectangles"/>
            <p:cNvSpPr>
              <a:spLocks/>
            </p:cNvSpPr>
            <p:nvPr/>
          </p:nvSpPr>
          <p:spPr>
            <a:xfrm>
              <a:off x="7334857" y="1942759"/>
              <a:ext cx="3670314" cy="272413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PENGURUSAN STOK IDEAL</a:t>
              </a:r>
              <a:endParaRPr lang="zh-CN" altLang="en-US" sz="1200" b="1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</p:grpSp>
      <p:grpSp>
        <p:nvGrpSpPr>
          <p:cNvPr id="74" name="Combination"/>
          <p:cNvGrpSpPr>
            <a:grpSpLocks/>
          </p:cNvGrpSpPr>
          <p:nvPr/>
        </p:nvGrpSpPr>
        <p:grpSpPr>
          <a:xfrm>
            <a:off x="7334857" y="3045821"/>
            <a:ext cx="3670314" cy="670416"/>
            <a:chOff x="7334857" y="3045821"/>
            <a:chExt cx="3670314" cy="670416"/>
          </a:xfrm>
        </p:grpSpPr>
        <p:sp>
          <p:nvSpPr>
            <p:cNvPr id="72" name="Rectangles"/>
            <p:cNvSpPr>
              <a:spLocks/>
            </p:cNvSpPr>
            <p:nvPr/>
          </p:nvSpPr>
          <p:spPr>
            <a:xfrm>
              <a:off x="7334857" y="3262847"/>
              <a:ext cx="3670314" cy="45338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Proses pengeluaran stok terlalu kerap oleh Stor Unit menyukarkan pemantauan stok dilakukan</a:t>
              </a:r>
              <a:endParaRPr lang="zh-CN" altLang="en-US" sz="1200" b="0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  <p:sp>
          <p:nvSpPr>
            <p:cNvPr id="73" name="Rectangles"/>
            <p:cNvSpPr>
              <a:spLocks/>
            </p:cNvSpPr>
            <p:nvPr/>
          </p:nvSpPr>
          <p:spPr>
            <a:xfrm>
              <a:off x="7334857" y="3045821"/>
              <a:ext cx="3670314" cy="272414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PERNYATAAN MASALAH</a:t>
              </a:r>
              <a:endParaRPr lang="zh-CN" altLang="en-US" sz="1200" b="1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</p:grpSp>
      <p:grpSp>
        <p:nvGrpSpPr>
          <p:cNvPr id="77" name="Combination"/>
          <p:cNvGrpSpPr>
            <a:grpSpLocks/>
          </p:cNvGrpSpPr>
          <p:nvPr/>
        </p:nvGrpSpPr>
        <p:grpSpPr>
          <a:xfrm>
            <a:off x="7334857" y="4148882"/>
            <a:ext cx="3670314" cy="851391"/>
            <a:chOff x="7334857" y="4148882"/>
            <a:chExt cx="3670314" cy="851391"/>
          </a:xfrm>
        </p:grpSpPr>
        <p:sp>
          <p:nvSpPr>
            <p:cNvPr id="75" name="Rectangles"/>
            <p:cNvSpPr>
              <a:spLocks/>
            </p:cNvSpPr>
            <p:nvPr/>
          </p:nvSpPr>
          <p:spPr>
            <a:xfrm>
              <a:off x="7334857" y="4365909"/>
              <a:ext cx="3670314" cy="63436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Merombak proses inden stok ke stor unit bagi memastikan inden lengkap dan bertahan 2 minggu</a:t>
              </a:r>
              <a:endParaRPr lang="zh-CN" altLang="en-US" sz="1200" b="0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  <p:sp>
          <p:nvSpPr>
            <p:cNvPr id="76" name="Rectangles"/>
            <p:cNvSpPr>
              <a:spLocks/>
            </p:cNvSpPr>
            <p:nvPr/>
          </p:nvSpPr>
          <p:spPr>
            <a:xfrm>
              <a:off x="7334857" y="4148882"/>
              <a:ext cx="3670314" cy="272414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MATLAMAT PROJEK</a:t>
              </a:r>
              <a:endParaRPr lang="zh-CN" altLang="en-US" sz="1200" b="1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</p:grpSp>
      <p:grpSp>
        <p:nvGrpSpPr>
          <p:cNvPr id="80" name="Combination"/>
          <p:cNvGrpSpPr>
            <a:grpSpLocks/>
          </p:cNvGrpSpPr>
          <p:nvPr/>
        </p:nvGrpSpPr>
        <p:grpSpPr>
          <a:xfrm>
            <a:off x="7334857" y="5251943"/>
            <a:ext cx="3670314" cy="670415"/>
            <a:chOff x="7334857" y="5251943"/>
            <a:chExt cx="3670314" cy="670415"/>
          </a:xfrm>
        </p:grpSpPr>
        <p:sp>
          <p:nvSpPr>
            <p:cNvPr id="78" name="Rectangles"/>
            <p:cNvSpPr>
              <a:spLocks/>
            </p:cNvSpPr>
            <p:nvPr/>
          </p:nvSpPr>
          <p:spPr>
            <a:xfrm>
              <a:off x="7334857" y="5468969"/>
              <a:ext cx="3670314" cy="45338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Projek ini telah dimulakan pada awal 2026 dan terus ditambah baik sehingga kini</a:t>
              </a:r>
              <a:endParaRPr lang="zh-CN" altLang="en-US" sz="1200" b="0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  <p:sp>
          <p:nvSpPr>
            <p:cNvPr id="79" name="Rectangles"/>
            <p:cNvSpPr>
              <a:spLocks/>
            </p:cNvSpPr>
            <p:nvPr/>
          </p:nvSpPr>
          <p:spPr>
            <a:xfrm>
              <a:off x="7334857" y="5251943"/>
              <a:ext cx="3670314" cy="27241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1200" cap="none" spc="0" baseline="0">
                  <a:solidFill>
                    <a:srgbClr val="FFFFFF"/>
                  </a:solidFill>
                  <a:latin typeface="Arial" charset="0"/>
                  <a:ea typeface="Arial Unicode MS" charset="0"/>
                  <a:cs typeface="Arial" charset="0"/>
                </a:rPr>
                <a:t>STATUS PROJEK</a:t>
              </a:r>
              <a:endParaRPr lang="zh-CN" altLang="en-US" sz="1200" b="1" i="0" u="none" strike="noStrike" kern="1200" cap="none" spc="0" baseline="0">
                <a:solidFill>
                  <a:srgbClr val="FFFFFF"/>
                </a:solidFill>
                <a:latin typeface="Arial" charset="0"/>
                <a:ea typeface="Arial Unicode MS" charset="0"/>
                <a:cs typeface="Arial" charset="0"/>
              </a:endParaRPr>
            </a:p>
          </p:txBody>
        </p:sp>
      </p:grpSp>
      <p:sp>
        <p:nvSpPr>
          <p:cNvPr id="81" name="曲线"/>
          <p:cNvSpPr>
            <a:spLocks/>
          </p:cNvSpPr>
          <p:nvPr/>
        </p:nvSpPr>
        <p:spPr>
          <a:xfrm>
            <a:off x="6567059" y="3127412"/>
            <a:ext cx="501857" cy="55455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1374" y="6072"/>
                </a:moveTo>
                <a:cubicBezTo>
                  <a:pt x="12001" y="5919"/>
                  <a:pt x="12681" y="6097"/>
                  <a:pt x="13143" y="6532"/>
                </a:cubicBezTo>
                <a:lnTo>
                  <a:pt x="12994" y="6660"/>
                </a:lnTo>
                <a:cubicBezTo>
                  <a:pt x="12587" y="6275"/>
                  <a:pt x="11986" y="6118"/>
                  <a:pt x="11434" y="6248"/>
                </a:cubicBezTo>
                <a:cubicBezTo>
                  <a:pt x="10848" y="6389"/>
                  <a:pt x="10424" y="6831"/>
                  <a:pt x="10355" y="7376"/>
                </a:cubicBezTo>
                <a:lnTo>
                  <a:pt x="10152" y="7347"/>
                </a:lnTo>
                <a:cubicBezTo>
                  <a:pt x="10174" y="7193"/>
                  <a:pt x="10219" y="7047"/>
                  <a:pt x="10285" y="6912"/>
                </a:cubicBezTo>
                <a:cubicBezTo>
                  <a:pt x="10336" y="6810"/>
                  <a:pt x="10398" y="6713"/>
                  <a:pt x="10470" y="6626"/>
                </a:cubicBezTo>
              </a:path>
              <a:path w="21600" h="21600">
                <a:moveTo>
                  <a:pt x="11702" y="4401"/>
                </a:moveTo>
                <a:cubicBezTo>
                  <a:pt x="12016" y="4349"/>
                  <a:pt x="12348" y="4372"/>
                  <a:pt x="12660" y="4473"/>
                </a:cubicBezTo>
                <a:lnTo>
                  <a:pt x="12591" y="4647"/>
                </a:lnTo>
                <a:cubicBezTo>
                  <a:pt x="12036" y="4467"/>
                  <a:pt x="11421" y="4567"/>
                  <a:pt x="10992" y="4907"/>
                </a:cubicBezTo>
                <a:cubicBezTo>
                  <a:pt x="10537" y="5270"/>
                  <a:pt x="10375" y="5837"/>
                  <a:pt x="10580" y="6352"/>
                </a:cubicBezTo>
                <a:lnTo>
                  <a:pt x="10385" y="6408"/>
                </a:lnTo>
                <a:cubicBezTo>
                  <a:pt x="10213" y="5970"/>
                  <a:pt x="10273" y="5501"/>
                  <a:pt x="10530" y="5120"/>
                </a:cubicBezTo>
                <a:lnTo>
                  <a:pt x="10851" y="4774"/>
                </a:lnTo>
                <a:cubicBezTo>
                  <a:pt x="11094" y="4580"/>
                  <a:pt x="11390" y="4453"/>
                  <a:pt x="11702" y="4401"/>
                </a:cubicBezTo>
              </a:path>
              <a:path w="21600" h="21600">
                <a:moveTo>
                  <a:pt x="11342" y="1427"/>
                </a:moveTo>
                <a:cubicBezTo>
                  <a:pt x="11013" y="1480"/>
                  <a:pt x="10707" y="1639"/>
                  <a:pt x="10494" y="1892"/>
                </a:cubicBezTo>
                <a:lnTo>
                  <a:pt x="10456" y="1870"/>
                </a:lnTo>
                <a:lnTo>
                  <a:pt x="10408" y="1938"/>
                </a:lnTo>
                <a:lnTo>
                  <a:pt x="10080" y="1661"/>
                </a:lnTo>
                <a:cubicBezTo>
                  <a:pt x="9352" y="1254"/>
                  <a:pt x="8396" y="1458"/>
                  <a:pt x="7947" y="2119"/>
                </a:cubicBezTo>
                <a:cubicBezTo>
                  <a:pt x="7919" y="2160"/>
                  <a:pt x="7893" y="2200"/>
                  <a:pt x="7891" y="2252"/>
                </a:cubicBezTo>
                <a:cubicBezTo>
                  <a:pt x="7675" y="3088"/>
                  <a:pt x="8019" y="3892"/>
                  <a:pt x="8709" y="4142"/>
                </a:cubicBezTo>
                <a:lnTo>
                  <a:pt x="8640" y="4319"/>
                </a:lnTo>
                <a:cubicBezTo>
                  <a:pt x="7921" y="4062"/>
                  <a:pt x="7525" y="3293"/>
                  <a:pt x="7651" y="2456"/>
                </a:cubicBezTo>
                <a:cubicBezTo>
                  <a:pt x="6981" y="2179"/>
                  <a:pt x="6178" y="2407"/>
                  <a:pt x="5777" y="2995"/>
                </a:cubicBezTo>
                <a:cubicBezTo>
                  <a:pt x="5461" y="3460"/>
                  <a:pt x="5521" y="3899"/>
                  <a:pt x="5762" y="4330"/>
                </a:cubicBezTo>
                <a:cubicBezTo>
                  <a:pt x="5598" y="4444"/>
                  <a:pt x="5459" y="4589"/>
                  <a:pt x="5345" y="4756"/>
                </a:cubicBezTo>
                <a:cubicBezTo>
                  <a:pt x="4767" y="5606"/>
                  <a:pt x="5057" y="6718"/>
                  <a:pt x="5995" y="7240"/>
                </a:cubicBezTo>
                <a:cubicBezTo>
                  <a:pt x="6309" y="7415"/>
                  <a:pt x="6655" y="7503"/>
                  <a:pt x="6995" y="7468"/>
                </a:cubicBezTo>
                <a:cubicBezTo>
                  <a:pt x="7059" y="6966"/>
                  <a:pt x="7235" y="6475"/>
                  <a:pt x="7523" y="6024"/>
                </a:cubicBezTo>
                <a:lnTo>
                  <a:pt x="7730" y="6132"/>
                </a:lnTo>
                <a:cubicBezTo>
                  <a:pt x="7445" y="6580"/>
                  <a:pt x="7276" y="7070"/>
                  <a:pt x="7258" y="7569"/>
                </a:cubicBezTo>
                <a:cubicBezTo>
                  <a:pt x="7485" y="8170"/>
                  <a:pt x="8077" y="8571"/>
                  <a:pt x="8743" y="8637"/>
                </a:cubicBezTo>
                <a:lnTo>
                  <a:pt x="8779" y="9033"/>
                </a:lnTo>
                <a:cubicBezTo>
                  <a:pt x="8982" y="9663"/>
                  <a:pt x="9665" y="10051"/>
                  <a:pt x="10357" y="9935"/>
                </a:cubicBezTo>
                <a:lnTo>
                  <a:pt x="10371" y="9973"/>
                </a:lnTo>
                <a:lnTo>
                  <a:pt x="10456" y="9952"/>
                </a:lnTo>
                <a:lnTo>
                  <a:pt x="10492" y="10358"/>
                </a:lnTo>
                <a:cubicBezTo>
                  <a:pt x="10731" y="11102"/>
                  <a:pt x="11591" y="11530"/>
                  <a:pt x="12414" y="11316"/>
                </a:cubicBezTo>
                <a:cubicBezTo>
                  <a:pt x="12465" y="11302"/>
                  <a:pt x="12514" y="11287"/>
                  <a:pt x="12554" y="11250"/>
                </a:cubicBezTo>
                <a:cubicBezTo>
                  <a:pt x="13296" y="10785"/>
                  <a:pt x="13642" y="10031"/>
                  <a:pt x="13375" y="9443"/>
                </a:cubicBezTo>
                <a:cubicBezTo>
                  <a:pt x="12992" y="9755"/>
                  <a:pt x="12460" y="9897"/>
                  <a:pt x="11929" y="9829"/>
                </a:cubicBezTo>
                <a:lnTo>
                  <a:pt x="11959" y="9646"/>
                </a:lnTo>
                <a:cubicBezTo>
                  <a:pt x="12542" y="9721"/>
                  <a:pt x="13123" y="9511"/>
                  <a:pt x="13467" y="9101"/>
                </a:cubicBezTo>
                <a:cubicBezTo>
                  <a:pt x="13835" y="8664"/>
                  <a:pt x="13868" y="8078"/>
                  <a:pt x="13552" y="7611"/>
                </a:cubicBezTo>
                <a:lnTo>
                  <a:pt x="13730" y="7520"/>
                </a:lnTo>
                <a:cubicBezTo>
                  <a:pt x="14084" y="8050"/>
                  <a:pt x="14046" y="8712"/>
                  <a:pt x="13636" y="9206"/>
                </a:cubicBezTo>
                <a:lnTo>
                  <a:pt x="13541" y="9292"/>
                </a:lnTo>
                <a:cubicBezTo>
                  <a:pt x="13868" y="9913"/>
                  <a:pt x="13587" y="10707"/>
                  <a:pt x="12884" y="11244"/>
                </a:cubicBezTo>
                <a:cubicBezTo>
                  <a:pt x="13175" y="11857"/>
                  <a:pt x="13937" y="12177"/>
                  <a:pt x="14671" y="11985"/>
                </a:cubicBezTo>
                <a:cubicBezTo>
                  <a:pt x="15161" y="11856"/>
                  <a:pt x="15438" y="11578"/>
                  <a:pt x="15588" y="11208"/>
                </a:cubicBezTo>
                <a:cubicBezTo>
                  <a:pt x="16154" y="11435"/>
                  <a:pt x="16803" y="11361"/>
                  <a:pt x="17288" y="11040"/>
                </a:cubicBezTo>
                <a:lnTo>
                  <a:pt x="17531" y="11119"/>
                </a:lnTo>
                <a:cubicBezTo>
                  <a:pt x="18306" y="11120"/>
                  <a:pt x="18898" y="11077"/>
                  <a:pt x="19272" y="10528"/>
                </a:cubicBezTo>
                <a:cubicBezTo>
                  <a:pt x="19594" y="10057"/>
                  <a:pt x="19569" y="9479"/>
                  <a:pt x="19242" y="9052"/>
                </a:cubicBezTo>
                <a:cubicBezTo>
                  <a:pt x="18894" y="9425"/>
                  <a:pt x="18434" y="9640"/>
                  <a:pt x="17969" y="9640"/>
                </a:cubicBezTo>
                <a:lnTo>
                  <a:pt x="17961" y="9431"/>
                </a:lnTo>
                <a:cubicBezTo>
                  <a:pt x="18583" y="9457"/>
                  <a:pt x="19211" y="9018"/>
                  <a:pt x="19515" y="8337"/>
                </a:cubicBezTo>
                <a:cubicBezTo>
                  <a:pt x="19699" y="7807"/>
                  <a:pt x="19557" y="7227"/>
                  <a:pt x="19139" y="6821"/>
                </a:cubicBezTo>
                <a:cubicBezTo>
                  <a:pt x="18765" y="7290"/>
                  <a:pt x="18121" y="7539"/>
                  <a:pt x="17467" y="7468"/>
                </a:cubicBezTo>
                <a:lnTo>
                  <a:pt x="17493" y="7286"/>
                </a:lnTo>
                <a:cubicBezTo>
                  <a:pt x="18078" y="7347"/>
                  <a:pt x="18652" y="7123"/>
                  <a:pt x="18985" y="6704"/>
                </a:cubicBezTo>
                <a:lnTo>
                  <a:pt x="19015" y="6651"/>
                </a:lnTo>
                <a:cubicBezTo>
                  <a:pt x="19007" y="6145"/>
                  <a:pt x="18706" y="5667"/>
                  <a:pt x="18195" y="5381"/>
                </a:cubicBezTo>
                <a:cubicBezTo>
                  <a:pt x="18006" y="5276"/>
                  <a:pt x="17807" y="5205"/>
                  <a:pt x="17598" y="5190"/>
                </a:cubicBezTo>
                <a:cubicBezTo>
                  <a:pt x="17223" y="5972"/>
                  <a:pt x="16460" y="6460"/>
                  <a:pt x="15718" y="6401"/>
                </a:cubicBezTo>
                <a:cubicBezTo>
                  <a:pt x="15708" y="6577"/>
                  <a:pt x="15640" y="6747"/>
                  <a:pt x="15523" y="6897"/>
                </a:cubicBezTo>
                <a:cubicBezTo>
                  <a:pt x="15284" y="7206"/>
                  <a:pt x="14874" y="7384"/>
                  <a:pt x="14441" y="7366"/>
                </a:cubicBezTo>
                <a:lnTo>
                  <a:pt x="14452" y="7187"/>
                </a:lnTo>
                <a:cubicBezTo>
                  <a:pt x="14812" y="7201"/>
                  <a:pt x="15155" y="7055"/>
                  <a:pt x="15356" y="6802"/>
                </a:cubicBezTo>
                <a:cubicBezTo>
                  <a:pt x="15459" y="6670"/>
                  <a:pt x="15517" y="6522"/>
                  <a:pt x="15525" y="6371"/>
                </a:cubicBezTo>
                <a:lnTo>
                  <a:pt x="15436" y="6356"/>
                </a:lnTo>
                <a:lnTo>
                  <a:pt x="15489" y="6198"/>
                </a:lnTo>
                <a:cubicBezTo>
                  <a:pt x="15505" y="6084"/>
                  <a:pt x="15462" y="5976"/>
                  <a:pt x="15397" y="5877"/>
                </a:cubicBezTo>
                <a:cubicBezTo>
                  <a:pt x="15218" y="5609"/>
                  <a:pt x="14888" y="5440"/>
                  <a:pt x="14526" y="5430"/>
                </a:cubicBezTo>
                <a:lnTo>
                  <a:pt x="14532" y="5250"/>
                </a:lnTo>
                <a:cubicBezTo>
                  <a:pt x="14964" y="5263"/>
                  <a:pt x="15360" y="5468"/>
                  <a:pt x="15571" y="5792"/>
                </a:cubicBezTo>
                <a:cubicBezTo>
                  <a:pt x="15652" y="5916"/>
                  <a:pt x="15703" y="6050"/>
                  <a:pt x="15711" y="6189"/>
                </a:cubicBezTo>
                <a:cubicBezTo>
                  <a:pt x="16359" y="6278"/>
                  <a:pt x="17036" y="5849"/>
                  <a:pt x="17370" y="5145"/>
                </a:cubicBezTo>
                <a:cubicBezTo>
                  <a:pt x="17652" y="4432"/>
                  <a:pt x="17356" y="3614"/>
                  <a:pt x="16615" y="3199"/>
                </a:cubicBezTo>
                <a:cubicBezTo>
                  <a:pt x="16325" y="3037"/>
                  <a:pt x="16004" y="2958"/>
                  <a:pt x="15688" y="2994"/>
                </a:cubicBezTo>
                <a:cubicBezTo>
                  <a:pt x="15752" y="3490"/>
                  <a:pt x="15579" y="3955"/>
                  <a:pt x="15185" y="4251"/>
                </a:cubicBezTo>
                <a:lnTo>
                  <a:pt x="15052" y="4106"/>
                </a:lnTo>
                <a:cubicBezTo>
                  <a:pt x="15491" y="3778"/>
                  <a:pt x="15611" y="3202"/>
                  <a:pt x="15400" y="2632"/>
                </a:cubicBezTo>
                <a:cubicBezTo>
                  <a:pt x="15276" y="2299"/>
                  <a:pt x="15022" y="2006"/>
                  <a:pt x="14665" y="1806"/>
                </a:cubicBezTo>
                <a:cubicBezTo>
                  <a:pt x="14022" y="1447"/>
                  <a:pt x="13228" y="1494"/>
                  <a:pt x="12653" y="1871"/>
                </a:cubicBezTo>
                <a:lnTo>
                  <a:pt x="12333" y="1601"/>
                </a:lnTo>
                <a:cubicBezTo>
                  <a:pt x="12023" y="1429"/>
                  <a:pt x="11671" y="1374"/>
                  <a:pt x="11342" y="1427"/>
                </a:cubicBezTo>
              </a:path>
              <a:path w="21600" h="21600">
                <a:moveTo>
                  <a:pt x="12074" y="3"/>
                </a:moveTo>
                <a:cubicBezTo>
                  <a:pt x="19009" y="132"/>
                  <a:pt x="24782" y="7201"/>
                  <a:pt x="19612" y="12906"/>
                </a:cubicBezTo>
                <a:cubicBezTo>
                  <a:pt x="17917" y="14401"/>
                  <a:pt x="17689" y="16557"/>
                  <a:pt x="19182" y="21483"/>
                </a:cubicBezTo>
                <a:lnTo>
                  <a:pt x="7681" y="21600"/>
                </a:lnTo>
                <a:lnTo>
                  <a:pt x="6904" y="18477"/>
                </a:lnTo>
                <a:cubicBezTo>
                  <a:pt x="4850" y="19097"/>
                  <a:pt x="2579" y="18912"/>
                  <a:pt x="1821" y="18246"/>
                </a:cubicBezTo>
                <a:cubicBezTo>
                  <a:pt x="1450" y="17877"/>
                  <a:pt x="1610" y="16722"/>
                  <a:pt x="2080" y="15830"/>
                </a:cubicBezTo>
                <a:cubicBezTo>
                  <a:pt x="2231" y="15496"/>
                  <a:pt x="1467" y="15380"/>
                  <a:pt x="1304" y="14893"/>
                </a:cubicBezTo>
                <a:cubicBezTo>
                  <a:pt x="1230" y="14443"/>
                  <a:pt x="1734" y="14427"/>
                  <a:pt x="1947" y="14193"/>
                </a:cubicBezTo>
                <a:lnTo>
                  <a:pt x="1172" y="13696"/>
                </a:lnTo>
                <a:cubicBezTo>
                  <a:pt x="802" y="13351"/>
                  <a:pt x="1633" y="12701"/>
                  <a:pt x="1864" y="12204"/>
                </a:cubicBezTo>
                <a:cubicBezTo>
                  <a:pt x="1055" y="11975"/>
                  <a:pt x="442" y="11663"/>
                  <a:pt x="18" y="11290"/>
                </a:cubicBezTo>
                <a:cubicBezTo>
                  <a:pt x="-162" y="10674"/>
                  <a:pt x="971" y="9814"/>
                  <a:pt x="1969" y="8693"/>
                </a:cubicBezTo>
                <a:cubicBezTo>
                  <a:pt x="3015" y="7578"/>
                  <a:pt x="2142" y="6726"/>
                  <a:pt x="2942" y="4330"/>
                </a:cubicBezTo>
                <a:cubicBezTo>
                  <a:pt x="4215" y="1365"/>
                  <a:pt x="7227" y="-80"/>
                  <a:pt x="12074" y="3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noFill/>
            <a:prstDash val="solid"/>
            <a:round/>
          </a:ln>
        </p:spPr>
      </p:sp>
      <p:sp>
        <p:nvSpPr>
          <p:cNvPr id="82" name="曲线"/>
          <p:cNvSpPr>
            <a:spLocks noChangeAspect="1"/>
          </p:cNvSpPr>
          <p:nvPr/>
        </p:nvSpPr>
        <p:spPr>
          <a:xfrm>
            <a:off x="6583441" y="4253832"/>
            <a:ext cx="469093" cy="529811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0794" y="15270"/>
                </a:moveTo>
                <a:cubicBezTo>
                  <a:pt x="9921" y="15645"/>
                  <a:pt x="9060" y="15963"/>
                  <a:pt x="8229" y="16227"/>
                </a:cubicBezTo>
                <a:cubicBezTo>
                  <a:pt x="8790" y="18748"/>
                  <a:pt x="9731" y="20398"/>
                  <a:pt x="10799" y="20398"/>
                </a:cubicBezTo>
                <a:cubicBezTo>
                  <a:pt x="11867" y="20398"/>
                  <a:pt x="12808" y="18747"/>
                  <a:pt x="13357" y="16224"/>
                </a:cubicBezTo>
                <a:cubicBezTo>
                  <a:pt x="12527" y="15963"/>
                  <a:pt x="11669" y="15643"/>
                  <a:pt x="10794" y="15270"/>
                </a:cubicBezTo>
              </a:path>
              <a:path w="21600" h="21600">
                <a:moveTo>
                  <a:pt x="13741" y="13853"/>
                </a:moveTo>
                <a:cubicBezTo>
                  <a:pt x="13511" y="13982"/>
                  <a:pt x="13274" y="14106"/>
                  <a:pt x="13036" y="14228"/>
                </a:cubicBezTo>
                <a:lnTo>
                  <a:pt x="12312" y="14581"/>
                </a:lnTo>
                <a:cubicBezTo>
                  <a:pt x="12737" y="14765"/>
                  <a:pt x="13161" y="14927"/>
                  <a:pt x="13577" y="15062"/>
                </a:cubicBezTo>
                <a:cubicBezTo>
                  <a:pt x="13643" y="14673"/>
                  <a:pt x="13697" y="14269"/>
                  <a:pt x="13741" y="13853"/>
                </a:cubicBezTo>
              </a:path>
              <a:path w="21600" h="21600">
                <a:moveTo>
                  <a:pt x="7847" y="13846"/>
                </a:moveTo>
                <a:cubicBezTo>
                  <a:pt x="7889" y="14267"/>
                  <a:pt x="7945" y="14673"/>
                  <a:pt x="8009" y="15065"/>
                </a:cubicBezTo>
                <a:cubicBezTo>
                  <a:pt x="8427" y="14921"/>
                  <a:pt x="8856" y="14762"/>
                  <a:pt x="9290" y="14585"/>
                </a:cubicBezTo>
                <a:cubicBezTo>
                  <a:pt x="9047" y="14473"/>
                  <a:pt x="8805" y="14353"/>
                  <a:pt x="8562" y="14228"/>
                </a:cubicBezTo>
              </a:path>
              <a:path w="21600" h="21600">
                <a:moveTo>
                  <a:pt x="4213" y="11551"/>
                </a:moveTo>
                <a:cubicBezTo>
                  <a:pt x="2020" y="13232"/>
                  <a:pt x="876" y="14780"/>
                  <a:pt x="1410" y="15600"/>
                </a:cubicBezTo>
                <a:cubicBezTo>
                  <a:pt x="1943" y="16418"/>
                  <a:pt x="4030" y="16314"/>
                  <a:pt x="6774" y="15483"/>
                </a:cubicBezTo>
                <a:cubicBezTo>
                  <a:pt x="6618" y="14715"/>
                  <a:pt x="6498" y="13895"/>
                  <a:pt x="6427" y="13038"/>
                </a:cubicBezTo>
                <a:cubicBezTo>
                  <a:pt x="5628" y="12553"/>
                  <a:pt x="4885" y="12055"/>
                  <a:pt x="4213" y="11551"/>
                </a:cubicBezTo>
              </a:path>
              <a:path w="21600" h="21600">
                <a:moveTo>
                  <a:pt x="17386" y="11536"/>
                </a:moveTo>
                <a:cubicBezTo>
                  <a:pt x="16720" y="12051"/>
                  <a:pt x="15975" y="12550"/>
                  <a:pt x="15172" y="13037"/>
                </a:cubicBezTo>
                <a:cubicBezTo>
                  <a:pt x="15099" y="13894"/>
                  <a:pt x="14983" y="14713"/>
                  <a:pt x="14813" y="15480"/>
                </a:cubicBezTo>
                <a:lnTo>
                  <a:pt x="15674" y="15719"/>
                </a:lnTo>
                <a:cubicBezTo>
                  <a:pt x="15932" y="15468"/>
                  <a:pt x="16305" y="15316"/>
                  <a:pt x="16718" y="15316"/>
                </a:cubicBezTo>
                <a:cubicBezTo>
                  <a:pt x="17334" y="15316"/>
                  <a:pt x="17860" y="15657"/>
                  <a:pt x="18065" y="16138"/>
                </a:cubicBezTo>
                <a:cubicBezTo>
                  <a:pt x="19140" y="16219"/>
                  <a:pt x="19897" y="16047"/>
                  <a:pt x="20189" y="15600"/>
                </a:cubicBezTo>
                <a:cubicBezTo>
                  <a:pt x="20723" y="14780"/>
                  <a:pt x="19575" y="13228"/>
                  <a:pt x="17386" y="11536"/>
                </a:cubicBezTo>
              </a:path>
              <a:path w="21600" h="21600">
                <a:moveTo>
                  <a:pt x="15255" y="10070"/>
                </a:moveTo>
                <a:cubicBezTo>
                  <a:pt x="15269" y="10310"/>
                  <a:pt x="15271" y="10553"/>
                  <a:pt x="15271" y="10799"/>
                </a:cubicBezTo>
                <a:lnTo>
                  <a:pt x="15241" y="11538"/>
                </a:lnTo>
                <a:lnTo>
                  <a:pt x="16366" y="10793"/>
                </a:lnTo>
                <a:cubicBezTo>
                  <a:pt x="16019" y="10547"/>
                  <a:pt x="15649" y="10303"/>
                  <a:pt x="15255" y="10070"/>
                </a:cubicBezTo>
              </a:path>
              <a:path w="21600" h="21600">
                <a:moveTo>
                  <a:pt x="6357" y="10061"/>
                </a:moveTo>
                <a:lnTo>
                  <a:pt x="5231" y="10805"/>
                </a:lnTo>
                <a:cubicBezTo>
                  <a:pt x="5580" y="11051"/>
                  <a:pt x="5948" y="11296"/>
                  <a:pt x="6343" y="11528"/>
                </a:cubicBezTo>
                <a:cubicBezTo>
                  <a:pt x="6329" y="11288"/>
                  <a:pt x="6326" y="11045"/>
                  <a:pt x="6326" y="10799"/>
                </a:cubicBezTo>
              </a:path>
              <a:path w="21600" h="21600">
                <a:moveTo>
                  <a:pt x="10799" y="9073"/>
                </a:moveTo>
                <a:cubicBezTo>
                  <a:pt x="11847" y="9073"/>
                  <a:pt x="12696" y="9826"/>
                  <a:pt x="12696" y="10753"/>
                </a:cubicBezTo>
                <a:cubicBezTo>
                  <a:pt x="12696" y="11682"/>
                  <a:pt x="11847" y="12433"/>
                  <a:pt x="10799" y="12433"/>
                </a:cubicBezTo>
                <a:cubicBezTo>
                  <a:pt x="9751" y="12433"/>
                  <a:pt x="8901" y="11682"/>
                  <a:pt x="8901" y="10753"/>
                </a:cubicBezTo>
                <a:cubicBezTo>
                  <a:pt x="8901" y="9826"/>
                  <a:pt x="9751" y="9073"/>
                  <a:pt x="10799" y="9073"/>
                </a:cubicBezTo>
              </a:path>
              <a:path w="21600" h="21600">
                <a:moveTo>
                  <a:pt x="10794" y="7663"/>
                </a:moveTo>
                <a:cubicBezTo>
                  <a:pt x="10281" y="7891"/>
                  <a:pt x="9762" y="8143"/>
                  <a:pt x="9240" y="8409"/>
                </a:cubicBezTo>
                <a:lnTo>
                  <a:pt x="7734" y="9231"/>
                </a:lnTo>
                <a:cubicBezTo>
                  <a:pt x="7695" y="9741"/>
                  <a:pt x="7681" y="10266"/>
                  <a:pt x="7681" y="10799"/>
                </a:cubicBezTo>
                <a:lnTo>
                  <a:pt x="7741" y="12371"/>
                </a:lnTo>
                <a:cubicBezTo>
                  <a:pt x="8218" y="12653"/>
                  <a:pt x="8721" y="12923"/>
                  <a:pt x="9240" y="13189"/>
                </a:cubicBezTo>
                <a:lnTo>
                  <a:pt x="10804" y="13935"/>
                </a:lnTo>
                <a:cubicBezTo>
                  <a:pt x="11318" y="13706"/>
                  <a:pt x="11837" y="13455"/>
                  <a:pt x="12358" y="13189"/>
                </a:cubicBezTo>
                <a:lnTo>
                  <a:pt x="13865" y="12367"/>
                </a:lnTo>
                <a:cubicBezTo>
                  <a:pt x="13902" y="11856"/>
                  <a:pt x="13916" y="11332"/>
                  <a:pt x="13916" y="10799"/>
                </a:cubicBezTo>
                <a:lnTo>
                  <a:pt x="13856" y="9227"/>
                </a:lnTo>
                <a:cubicBezTo>
                  <a:pt x="13380" y="8946"/>
                  <a:pt x="12877" y="8675"/>
                  <a:pt x="12358" y="8409"/>
                </a:cubicBezTo>
              </a:path>
              <a:path w="21600" h="21600">
                <a:moveTo>
                  <a:pt x="8020" y="6537"/>
                </a:moveTo>
                <a:cubicBezTo>
                  <a:pt x="7955" y="6925"/>
                  <a:pt x="7902" y="7329"/>
                  <a:pt x="7858" y="7745"/>
                </a:cubicBezTo>
                <a:cubicBezTo>
                  <a:pt x="8088" y="7617"/>
                  <a:pt x="8323" y="7491"/>
                  <a:pt x="8562" y="7369"/>
                </a:cubicBezTo>
                <a:lnTo>
                  <a:pt x="9285" y="7017"/>
                </a:lnTo>
                <a:cubicBezTo>
                  <a:pt x="8860" y="6833"/>
                  <a:pt x="8438" y="6671"/>
                  <a:pt x="8020" y="6537"/>
                </a:cubicBezTo>
              </a:path>
              <a:path w="21600" h="21600">
                <a:moveTo>
                  <a:pt x="13589" y="6533"/>
                </a:moveTo>
                <a:cubicBezTo>
                  <a:pt x="13170" y="6678"/>
                  <a:pt x="12743" y="6837"/>
                  <a:pt x="12308" y="7014"/>
                </a:cubicBezTo>
                <a:cubicBezTo>
                  <a:pt x="12551" y="7125"/>
                  <a:pt x="12794" y="7246"/>
                  <a:pt x="13036" y="7369"/>
                </a:cubicBezTo>
                <a:lnTo>
                  <a:pt x="13750" y="7752"/>
                </a:lnTo>
                <a:cubicBezTo>
                  <a:pt x="13708" y="7332"/>
                  <a:pt x="13653" y="6925"/>
                  <a:pt x="13589" y="6533"/>
                </a:cubicBezTo>
              </a:path>
              <a:path w="21600" h="21600">
                <a:moveTo>
                  <a:pt x="18313" y="5440"/>
                </a:moveTo>
                <a:cubicBezTo>
                  <a:pt x="17384" y="5469"/>
                  <a:pt x="16184" y="5702"/>
                  <a:pt x="14824" y="6116"/>
                </a:cubicBezTo>
                <a:cubicBezTo>
                  <a:pt x="14981" y="6883"/>
                  <a:pt x="15099" y="7702"/>
                  <a:pt x="15170" y="8560"/>
                </a:cubicBezTo>
                <a:cubicBezTo>
                  <a:pt x="15971" y="9045"/>
                  <a:pt x="16714" y="9542"/>
                  <a:pt x="17384" y="10047"/>
                </a:cubicBezTo>
                <a:cubicBezTo>
                  <a:pt x="19578" y="8366"/>
                  <a:pt x="20722" y="6818"/>
                  <a:pt x="20189" y="5998"/>
                </a:cubicBezTo>
                <a:cubicBezTo>
                  <a:pt x="19920" y="5587"/>
                  <a:pt x="19257" y="5409"/>
                  <a:pt x="18313" y="5440"/>
                </a:cubicBezTo>
              </a:path>
              <a:path w="21600" h="21600">
                <a:moveTo>
                  <a:pt x="3286" y="5440"/>
                </a:moveTo>
                <a:cubicBezTo>
                  <a:pt x="2341" y="5409"/>
                  <a:pt x="1679" y="5587"/>
                  <a:pt x="1410" y="5998"/>
                </a:cubicBezTo>
                <a:cubicBezTo>
                  <a:pt x="1191" y="6332"/>
                  <a:pt x="1252" y="6787"/>
                  <a:pt x="1557" y="7319"/>
                </a:cubicBezTo>
                <a:cubicBezTo>
                  <a:pt x="1609" y="7307"/>
                  <a:pt x="1663" y="7304"/>
                  <a:pt x="1718" y="7304"/>
                </a:cubicBezTo>
                <a:cubicBezTo>
                  <a:pt x="2517" y="7304"/>
                  <a:pt x="3164" y="7878"/>
                  <a:pt x="3164" y="8585"/>
                </a:cubicBezTo>
                <a:cubicBezTo>
                  <a:pt x="3164" y="8761"/>
                  <a:pt x="3124" y="8927"/>
                  <a:pt x="3051" y="9080"/>
                </a:cubicBezTo>
                <a:cubicBezTo>
                  <a:pt x="3392" y="9402"/>
                  <a:pt x="3783" y="9729"/>
                  <a:pt x="4212" y="10062"/>
                </a:cubicBezTo>
                <a:cubicBezTo>
                  <a:pt x="4879" y="9547"/>
                  <a:pt x="5623" y="9047"/>
                  <a:pt x="6425" y="8561"/>
                </a:cubicBezTo>
                <a:cubicBezTo>
                  <a:pt x="6499" y="7705"/>
                  <a:pt x="6615" y="6885"/>
                  <a:pt x="6786" y="6118"/>
                </a:cubicBezTo>
                <a:cubicBezTo>
                  <a:pt x="5421" y="5704"/>
                  <a:pt x="4216" y="5469"/>
                  <a:pt x="3286" y="5440"/>
                </a:cubicBezTo>
              </a:path>
              <a:path w="21600" h="21600">
                <a:moveTo>
                  <a:pt x="10799" y="1200"/>
                </a:moveTo>
                <a:cubicBezTo>
                  <a:pt x="9731" y="1200"/>
                  <a:pt x="8790" y="2851"/>
                  <a:pt x="8241" y="5374"/>
                </a:cubicBezTo>
                <a:cubicBezTo>
                  <a:pt x="9071" y="5636"/>
                  <a:pt x="9930" y="5956"/>
                  <a:pt x="10804" y="6327"/>
                </a:cubicBezTo>
                <a:cubicBezTo>
                  <a:pt x="11677" y="5954"/>
                  <a:pt x="12538" y="5635"/>
                  <a:pt x="13368" y="5370"/>
                </a:cubicBezTo>
                <a:cubicBezTo>
                  <a:pt x="13190" y="4564"/>
                  <a:pt x="12972" y="3848"/>
                  <a:pt x="12716" y="3249"/>
                </a:cubicBezTo>
                <a:cubicBezTo>
                  <a:pt x="12709" y="3249"/>
                  <a:pt x="12703" y="3251"/>
                  <a:pt x="12696" y="3251"/>
                </a:cubicBezTo>
                <a:cubicBezTo>
                  <a:pt x="11897" y="3251"/>
                  <a:pt x="11251" y="2676"/>
                  <a:pt x="11251" y="1969"/>
                </a:cubicBezTo>
                <a:cubicBezTo>
                  <a:pt x="11251" y="1765"/>
                  <a:pt x="11304" y="1571"/>
                  <a:pt x="11414" y="1404"/>
                </a:cubicBezTo>
                <a:cubicBezTo>
                  <a:pt x="11223" y="1266"/>
                  <a:pt x="11013" y="1200"/>
                  <a:pt x="10799" y="1200"/>
                </a:cubicBezTo>
              </a:path>
              <a:path w="21600" h="21600">
                <a:moveTo>
                  <a:pt x="10799" y="0"/>
                </a:moveTo>
                <a:cubicBezTo>
                  <a:pt x="11363" y="0"/>
                  <a:pt x="11904" y="251"/>
                  <a:pt x="12394" y="719"/>
                </a:cubicBezTo>
                <a:cubicBezTo>
                  <a:pt x="12491" y="699"/>
                  <a:pt x="12592" y="690"/>
                  <a:pt x="12696" y="690"/>
                </a:cubicBezTo>
                <a:cubicBezTo>
                  <a:pt x="13495" y="690"/>
                  <a:pt x="14142" y="1262"/>
                  <a:pt x="14142" y="1969"/>
                </a:cubicBezTo>
                <a:cubicBezTo>
                  <a:pt x="14142" y="2284"/>
                  <a:pt x="14014" y="2573"/>
                  <a:pt x="13787" y="2786"/>
                </a:cubicBezTo>
                <a:cubicBezTo>
                  <a:pt x="14093" y="3436"/>
                  <a:pt x="14356" y="4187"/>
                  <a:pt x="14572" y="5014"/>
                </a:cubicBezTo>
                <a:cubicBezTo>
                  <a:pt x="17915" y="4112"/>
                  <a:pt x="20568" y="4181"/>
                  <a:pt x="21362" y="5400"/>
                </a:cubicBezTo>
                <a:cubicBezTo>
                  <a:pt x="22158" y="6617"/>
                  <a:pt x="20898" y="8686"/>
                  <a:pt x="18345" y="10799"/>
                </a:cubicBezTo>
                <a:cubicBezTo>
                  <a:pt x="20898" y="12912"/>
                  <a:pt x="22157" y="14982"/>
                  <a:pt x="21362" y="16200"/>
                </a:cubicBezTo>
                <a:cubicBezTo>
                  <a:pt x="20866" y="16960"/>
                  <a:pt x="19645" y="17272"/>
                  <a:pt x="17985" y="17180"/>
                </a:cubicBezTo>
                <a:cubicBezTo>
                  <a:pt x="17759" y="17597"/>
                  <a:pt x="17275" y="17876"/>
                  <a:pt x="16718" y="17876"/>
                </a:cubicBezTo>
                <a:cubicBezTo>
                  <a:pt x="15980" y="17876"/>
                  <a:pt x="15372" y="17389"/>
                  <a:pt x="15289" y="16756"/>
                </a:cubicBezTo>
                <a:cubicBezTo>
                  <a:pt x="15052" y="16710"/>
                  <a:pt x="14815" y="16649"/>
                  <a:pt x="14572" y="16584"/>
                </a:cubicBezTo>
                <a:cubicBezTo>
                  <a:pt x="13782" y="19600"/>
                  <a:pt x="12387" y="21600"/>
                  <a:pt x="10799" y="21600"/>
                </a:cubicBezTo>
                <a:cubicBezTo>
                  <a:pt x="9211" y="21600"/>
                  <a:pt x="7816" y="19600"/>
                  <a:pt x="7026" y="16584"/>
                </a:cubicBezTo>
                <a:cubicBezTo>
                  <a:pt x="3684" y="17486"/>
                  <a:pt x="1030" y="17417"/>
                  <a:pt x="236" y="16200"/>
                </a:cubicBezTo>
                <a:cubicBezTo>
                  <a:pt x="-558" y="14981"/>
                  <a:pt x="699" y="12912"/>
                  <a:pt x="3253" y="10798"/>
                </a:cubicBezTo>
                <a:cubicBezTo>
                  <a:pt x="2851" y="10465"/>
                  <a:pt x="2480" y="10133"/>
                  <a:pt x="2151" y="9800"/>
                </a:cubicBezTo>
                <a:cubicBezTo>
                  <a:pt x="2016" y="9845"/>
                  <a:pt x="1870" y="9865"/>
                  <a:pt x="1718" y="9865"/>
                </a:cubicBezTo>
                <a:cubicBezTo>
                  <a:pt x="919" y="9865"/>
                  <a:pt x="272" y="9293"/>
                  <a:pt x="272" y="8585"/>
                </a:cubicBezTo>
                <a:cubicBezTo>
                  <a:pt x="272" y="8311"/>
                  <a:pt x="368" y="8059"/>
                  <a:pt x="556" y="7864"/>
                </a:cubicBezTo>
                <a:cubicBezTo>
                  <a:pt x="-34" y="6891"/>
                  <a:pt x="-174" y="6030"/>
                  <a:pt x="236" y="5400"/>
                </a:cubicBezTo>
                <a:cubicBezTo>
                  <a:pt x="1030" y="4182"/>
                  <a:pt x="3682" y="4112"/>
                  <a:pt x="7025" y="5014"/>
                </a:cubicBezTo>
                <a:cubicBezTo>
                  <a:pt x="7816" y="1998"/>
                  <a:pt x="9211" y="0"/>
                  <a:pt x="10799" y="0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noFill/>
            <a:prstDash val="solid"/>
            <a:round/>
          </a:ln>
        </p:spPr>
      </p:sp>
      <p:sp>
        <p:nvSpPr>
          <p:cNvPr id="83" name="曲线"/>
          <p:cNvSpPr>
            <a:spLocks/>
          </p:cNvSpPr>
          <p:nvPr/>
        </p:nvSpPr>
        <p:spPr>
          <a:xfrm rot="16200000" flipH="1">
            <a:off x="6547205" y="2029750"/>
            <a:ext cx="541566" cy="5100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629" y="9397"/>
                </a:moveTo>
                <a:lnTo>
                  <a:pt x="20629" y="12076"/>
                </a:lnTo>
                <a:cubicBezTo>
                  <a:pt x="20629" y="12359"/>
                  <a:pt x="20846" y="12591"/>
                  <a:pt x="21114" y="12591"/>
                </a:cubicBezTo>
                <a:lnTo>
                  <a:pt x="21114" y="12591"/>
                </a:lnTo>
                <a:cubicBezTo>
                  <a:pt x="21381" y="12591"/>
                  <a:pt x="21600" y="12359"/>
                  <a:pt x="21600" y="12076"/>
                </a:cubicBezTo>
                <a:lnTo>
                  <a:pt x="21600" y="9397"/>
                </a:lnTo>
                <a:cubicBezTo>
                  <a:pt x="21600" y="9112"/>
                  <a:pt x="21381" y="8881"/>
                  <a:pt x="21114" y="8881"/>
                </a:cubicBezTo>
                <a:cubicBezTo>
                  <a:pt x="20846" y="8881"/>
                  <a:pt x="20629" y="9112"/>
                  <a:pt x="20629" y="9397"/>
                </a:cubicBezTo>
              </a:path>
              <a:path w="21600" h="21600">
                <a:moveTo>
                  <a:pt x="19125" y="8985"/>
                </a:moveTo>
                <a:lnTo>
                  <a:pt x="19125" y="12487"/>
                </a:lnTo>
                <a:cubicBezTo>
                  <a:pt x="19125" y="12772"/>
                  <a:pt x="19342" y="13003"/>
                  <a:pt x="19611" y="13003"/>
                </a:cubicBezTo>
                <a:lnTo>
                  <a:pt x="19611" y="13003"/>
                </a:lnTo>
                <a:cubicBezTo>
                  <a:pt x="19878" y="13003"/>
                  <a:pt x="20096" y="12772"/>
                  <a:pt x="20096" y="12487"/>
                </a:cubicBezTo>
                <a:lnTo>
                  <a:pt x="20096" y="8985"/>
                </a:lnTo>
                <a:cubicBezTo>
                  <a:pt x="20096" y="8700"/>
                  <a:pt x="19878" y="8469"/>
                  <a:pt x="19611" y="8469"/>
                </a:cubicBezTo>
                <a:cubicBezTo>
                  <a:pt x="19342" y="8469"/>
                  <a:pt x="19125" y="8700"/>
                  <a:pt x="19125" y="8985"/>
                </a:cubicBezTo>
              </a:path>
              <a:path w="21600" h="21600">
                <a:moveTo>
                  <a:pt x="17622" y="8778"/>
                </a:moveTo>
                <a:lnTo>
                  <a:pt x="17622" y="12694"/>
                </a:lnTo>
                <a:cubicBezTo>
                  <a:pt x="17622" y="12977"/>
                  <a:pt x="17839" y="13208"/>
                  <a:pt x="18107" y="13208"/>
                </a:cubicBezTo>
                <a:lnTo>
                  <a:pt x="18107" y="13208"/>
                </a:lnTo>
                <a:cubicBezTo>
                  <a:pt x="18374" y="13208"/>
                  <a:pt x="18592" y="12977"/>
                  <a:pt x="18592" y="12694"/>
                </a:cubicBezTo>
                <a:lnTo>
                  <a:pt x="18592" y="8778"/>
                </a:lnTo>
                <a:cubicBezTo>
                  <a:pt x="18592" y="8494"/>
                  <a:pt x="18374" y="8264"/>
                  <a:pt x="18107" y="8264"/>
                </a:cubicBezTo>
                <a:cubicBezTo>
                  <a:pt x="17839" y="8264"/>
                  <a:pt x="17622" y="8494"/>
                  <a:pt x="17622" y="8778"/>
                </a:cubicBezTo>
              </a:path>
              <a:path w="21600" h="21600">
                <a:moveTo>
                  <a:pt x="9694" y="9765"/>
                </a:moveTo>
                <a:cubicBezTo>
                  <a:pt x="9694" y="9599"/>
                  <a:pt x="9819" y="9466"/>
                  <a:pt x="9975" y="9466"/>
                </a:cubicBezTo>
                <a:lnTo>
                  <a:pt x="10400" y="9466"/>
                </a:lnTo>
                <a:lnTo>
                  <a:pt x="10400" y="8981"/>
                </a:lnTo>
                <a:cubicBezTo>
                  <a:pt x="10400" y="8970"/>
                  <a:pt x="10401" y="8961"/>
                  <a:pt x="10411" y="8954"/>
                </a:cubicBezTo>
                <a:lnTo>
                  <a:pt x="10388" y="8876"/>
                </a:lnTo>
                <a:cubicBezTo>
                  <a:pt x="10401" y="8711"/>
                  <a:pt x="10538" y="8589"/>
                  <a:pt x="10694" y="8603"/>
                </a:cubicBezTo>
                <a:lnTo>
                  <a:pt x="16497" y="9143"/>
                </a:lnTo>
                <a:cubicBezTo>
                  <a:pt x="16652" y="9157"/>
                  <a:pt x="16766" y="9302"/>
                  <a:pt x="16752" y="9468"/>
                </a:cubicBezTo>
                <a:cubicBezTo>
                  <a:pt x="16740" y="9631"/>
                  <a:pt x="16602" y="9754"/>
                  <a:pt x="16448" y="9740"/>
                </a:cubicBezTo>
                <a:cubicBezTo>
                  <a:pt x="14558" y="9564"/>
                  <a:pt x="12667" y="9388"/>
                  <a:pt x="10777" y="9212"/>
                </a:cubicBezTo>
                <a:lnTo>
                  <a:pt x="10777" y="9466"/>
                </a:lnTo>
                <a:lnTo>
                  <a:pt x="11202" y="9466"/>
                </a:lnTo>
                <a:cubicBezTo>
                  <a:pt x="11358" y="9466"/>
                  <a:pt x="11484" y="9599"/>
                  <a:pt x="11484" y="9765"/>
                </a:cubicBezTo>
                <a:lnTo>
                  <a:pt x="11484" y="9765"/>
                </a:lnTo>
                <a:cubicBezTo>
                  <a:pt x="11484" y="9931"/>
                  <a:pt x="11358" y="10065"/>
                  <a:pt x="11202" y="10065"/>
                </a:cubicBezTo>
                <a:cubicBezTo>
                  <a:pt x="11061" y="10065"/>
                  <a:pt x="10919" y="10065"/>
                  <a:pt x="10777" y="10065"/>
                </a:cubicBezTo>
                <a:lnTo>
                  <a:pt x="10777" y="10474"/>
                </a:lnTo>
                <a:lnTo>
                  <a:pt x="11202" y="10474"/>
                </a:lnTo>
                <a:cubicBezTo>
                  <a:pt x="11358" y="10474"/>
                  <a:pt x="11484" y="10608"/>
                  <a:pt x="11484" y="10773"/>
                </a:cubicBezTo>
                <a:lnTo>
                  <a:pt x="11484" y="10773"/>
                </a:lnTo>
                <a:cubicBezTo>
                  <a:pt x="11484" y="10940"/>
                  <a:pt x="11358" y="11074"/>
                  <a:pt x="11202" y="11074"/>
                </a:cubicBezTo>
                <a:cubicBezTo>
                  <a:pt x="11061" y="11074"/>
                  <a:pt x="10919" y="11074"/>
                  <a:pt x="10777" y="11074"/>
                </a:cubicBezTo>
                <a:lnTo>
                  <a:pt x="10777" y="11483"/>
                </a:lnTo>
                <a:lnTo>
                  <a:pt x="11202" y="11483"/>
                </a:lnTo>
                <a:cubicBezTo>
                  <a:pt x="11358" y="11483"/>
                  <a:pt x="11484" y="11617"/>
                  <a:pt x="11484" y="11783"/>
                </a:cubicBezTo>
                <a:lnTo>
                  <a:pt x="11484" y="11783"/>
                </a:lnTo>
                <a:cubicBezTo>
                  <a:pt x="11484" y="11948"/>
                  <a:pt x="11358" y="12082"/>
                  <a:pt x="11202" y="12082"/>
                </a:cubicBezTo>
                <a:cubicBezTo>
                  <a:pt x="11061" y="12082"/>
                  <a:pt x="10919" y="12082"/>
                  <a:pt x="10777" y="12082"/>
                </a:cubicBezTo>
                <a:lnTo>
                  <a:pt x="10777" y="12338"/>
                </a:lnTo>
                <a:lnTo>
                  <a:pt x="16420" y="11708"/>
                </a:lnTo>
                <a:cubicBezTo>
                  <a:pt x="16576" y="11690"/>
                  <a:pt x="16715" y="11810"/>
                  <a:pt x="16731" y="11973"/>
                </a:cubicBezTo>
                <a:cubicBezTo>
                  <a:pt x="16748" y="12138"/>
                  <a:pt x="16634" y="12286"/>
                  <a:pt x="16480" y="12302"/>
                </a:cubicBezTo>
                <a:cubicBezTo>
                  <a:pt x="14549" y="12519"/>
                  <a:pt x="12618" y="12734"/>
                  <a:pt x="10686" y="12950"/>
                </a:cubicBezTo>
                <a:cubicBezTo>
                  <a:pt x="10531" y="12967"/>
                  <a:pt x="10392" y="12847"/>
                  <a:pt x="10377" y="12682"/>
                </a:cubicBezTo>
                <a:cubicBezTo>
                  <a:pt x="10373" y="12646"/>
                  <a:pt x="10376" y="12609"/>
                  <a:pt x="10405" y="12582"/>
                </a:cubicBezTo>
                <a:lnTo>
                  <a:pt x="10400" y="12573"/>
                </a:lnTo>
                <a:lnTo>
                  <a:pt x="10400" y="12082"/>
                </a:lnTo>
                <a:lnTo>
                  <a:pt x="9975" y="12082"/>
                </a:lnTo>
                <a:cubicBezTo>
                  <a:pt x="9819" y="12082"/>
                  <a:pt x="9694" y="11948"/>
                  <a:pt x="9694" y="11783"/>
                </a:cubicBezTo>
                <a:cubicBezTo>
                  <a:pt x="9694" y="11617"/>
                  <a:pt x="9819" y="11483"/>
                  <a:pt x="9975" y="11483"/>
                </a:cubicBezTo>
                <a:lnTo>
                  <a:pt x="10400" y="11483"/>
                </a:lnTo>
                <a:lnTo>
                  <a:pt x="10400" y="11074"/>
                </a:lnTo>
                <a:lnTo>
                  <a:pt x="9975" y="11074"/>
                </a:lnTo>
                <a:cubicBezTo>
                  <a:pt x="9819" y="11074"/>
                  <a:pt x="9694" y="10940"/>
                  <a:pt x="9694" y="10773"/>
                </a:cubicBezTo>
                <a:cubicBezTo>
                  <a:pt x="9694" y="10608"/>
                  <a:pt x="9819" y="10474"/>
                  <a:pt x="9975" y="10474"/>
                </a:cubicBezTo>
                <a:lnTo>
                  <a:pt x="10400" y="10474"/>
                </a:lnTo>
                <a:lnTo>
                  <a:pt x="10400" y="10065"/>
                </a:lnTo>
                <a:lnTo>
                  <a:pt x="9975" y="10065"/>
                </a:lnTo>
                <a:cubicBezTo>
                  <a:pt x="9819" y="10065"/>
                  <a:pt x="9694" y="9931"/>
                  <a:pt x="9694" y="9765"/>
                </a:cubicBezTo>
              </a:path>
              <a:path w="21600" h="21600">
                <a:moveTo>
                  <a:pt x="8642" y="563"/>
                </a:moveTo>
                <a:lnTo>
                  <a:pt x="8642" y="2255"/>
                </a:lnTo>
                <a:cubicBezTo>
                  <a:pt x="8642" y="2566"/>
                  <a:pt x="8881" y="2818"/>
                  <a:pt x="9173" y="2818"/>
                </a:cubicBezTo>
                <a:cubicBezTo>
                  <a:pt x="9468" y="2818"/>
                  <a:pt x="9704" y="2566"/>
                  <a:pt x="9704" y="2255"/>
                </a:cubicBezTo>
                <a:lnTo>
                  <a:pt x="9704" y="563"/>
                </a:lnTo>
                <a:cubicBezTo>
                  <a:pt x="9704" y="251"/>
                  <a:pt x="9468" y="0"/>
                  <a:pt x="9173" y="0"/>
                </a:cubicBezTo>
                <a:cubicBezTo>
                  <a:pt x="8881" y="0"/>
                  <a:pt x="8642" y="251"/>
                  <a:pt x="8642" y="563"/>
                </a:cubicBezTo>
              </a:path>
              <a:path w="21600" h="21600">
                <a:moveTo>
                  <a:pt x="8642" y="19343"/>
                </a:moveTo>
                <a:lnTo>
                  <a:pt x="8642" y="21036"/>
                </a:lnTo>
                <a:cubicBezTo>
                  <a:pt x="8642" y="21346"/>
                  <a:pt x="8881" y="21600"/>
                  <a:pt x="9173" y="21600"/>
                </a:cubicBezTo>
                <a:cubicBezTo>
                  <a:pt x="9468" y="21600"/>
                  <a:pt x="9704" y="21346"/>
                  <a:pt x="9704" y="21036"/>
                </a:cubicBezTo>
                <a:lnTo>
                  <a:pt x="9704" y="19343"/>
                </a:lnTo>
                <a:cubicBezTo>
                  <a:pt x="9704" y="19033"/>
                  <a:pt x="9468" y="18779"/>
                  <a:pt x="9173" y="18779"/>
                </a:cubicBezTo>
                <a:cubicBezTo>
                  <a:pt x="8881" y="18779"/>
                  <a:pt x="8642" y="19033"/>
                  <a:pt x="8642" y="19343"/>
                </a:cubicBezTo>
              </a:path>
              <a:path w="21600" h="21600">
                <a:moveTo>
                  <a:pt x="3799" y="10735"/>
                </a:moveTo>
                <a:cubicBezTo>
                  <a:pt x="3799" y="12204"/>
                  <a:pt x="4327" y="13671"/>
                  <a:pt x="5382" y="14790"/>
                </a:cubicBezTo>
                <a:cubicBezTo>
                  <a:pt x="7490" y="17028"/>
                  <a:pt x="10909" y="17028"/>
                  <a:pt x="13016" y="14790"/>
                </a:cubicBezTo>
                <a:lnTo>
                  <a:pt x="14311" y="13415"/>
                </a:lnTo>
                <a:lnTo>
                  <a:pt x="15757" y="13415"/>
                </a:lnTo>
                <a:cubicBezTo>
                  <a:pt x="16336" y="13415"/>
                  <a:pt x="16807" y="12914"/>
                  <a:pt x="16807" y="12298"/>
                </a:cubicBezTo>
                <a:lnTo>
                  <a:pt x="16807" y="10764"/>
                </a:lnTo>
                <a:lnTo>
                  <a:pt x="16835" y="10735"/>
                </a:lnTo>
                <a:lnTo>
                  <a:pt x="16807" y="10706"/>
                </a:lnTo>
                <a:lnTo>
                  <a:pt x="16807" y="9173"/>
                </a:lnTo>
                <a:cubicBezTo>
                  <a:pt x="16807" y="8556"/>
                  <a:pt x="16336" y="8057"/>
                  <a:pt x="15757" y="8057"/>
                </a:cubicBezTo>
                <a:lnTo>
                  <a:pt x="14311" y="8057"/>
                </a:lnTo>
                <a:cubicBezTo>
                  <a:pt x="13881" y="7599"/>
                  <a:pt x="13449" y="7140"/>
                  <a:pt x="13016" y="6682"/>
                </a:cubicBezTo>
                <a:cubicBezTo>
                  <a:pt x="10909" y="4443"/>
                  <a:pt x="7490" y="4443"/>
                  <a:pt x="5382" y="6682"/>
                </a:cubicBezTo>
                <a:cubicBezTo>
                  <a:pt x="4327" y="7802"/>
                  <a:pt x="3799" y="9268"/>
                  <a:pt x="3799" y="10735"/>
                </a:cubicBezTo>
              </a:path>
              <a:path w="21600" h="21600">
                <a:moveTo>
                  <a:pt x="2867" y="18692"/>
                </a:moveTo>
                <a:cubicBezTo>
                  <a:pt x="2867" y="18835"/>
                  <a:pt x="2918" y="18980"/>
                  <a:pt x="3022" y="19091"/>
                </a:cubicBezTo>
                <a:cubicBezTo>
                  <a:pt x="3229" y="19311"/>
                  <a:pt x="3565" y="19311"/>
                  <a:pt x="3773" y="19091"/>
                </a:cubicBezTo>
                <a:lnTo>
                  <a:pt x="4900" y="17893"/>
                </a:lnTo>
                <a:cubicBezTo>
                  <a:pt x="5107" y="17674"/>
                  <a:pt x="5107" y="17317"/>
                  <a:pt x="4900" y="17096"/>
                </a:cubicBezTo>
                <a:cubicBezTo>
                  <a:pt x="4692" y="16877"/>
                  <a:pt x="4356" y="16877"/>
                  <a:pt x="4148" y="17096"/>
                </a:cubicBezTo>
                <a:lnTo>
                  <a:pt x="3022" y="18293"/>
                </a:lnTo>
                <a:cubicBezTo>
                  <a:pt x="2918" y="18403"/>
                  <a:pt x="2867" y="18547"/>
                  <a:pt x="2867" y="18692"/>
                </a:cubicBezTo>
              </a:path>
              <a:path w="21600" h="21600">
                <a:moveTo>
                  <a:pt x="2867" y="2862"/>
                </a:moveTo>
                <a:cubicBezTo>
                  <a:pt x="2867" y="3007"/>
                  <a:pt x="2918" y="3151"/>
                  <a:pt x="3022" y="3261"/>
                </a:cubicBezTo>
                <a:lnTo>
                  <a:pt x="4148" y="4458"/>
                </a:lnTo>
                <a:cubicBezTo>
                  <a:pt x="4356" y="4678"/>
                  <a:pt x="4692" y="4678"/>
                  <a:pt x="4900" y="4458"/>
                </a:cubicBezTo>
                <a:cubicBezTo>
                  <a:pt x="5107" y="4237"/>
                  <a:pt x="5107" y="3881"/>
                  <a:pt x="4900" y="3661"/>
                </a:cubicBezTo>
                <a:lnTo>
                  <a:pt x="3773" y="2465"/>
                </a:lnTo>
                <a:cubicBezTo>
                  <a:pt x="3565" y="2244"/>
                  <a:pt x="3229" y="2244"/>
                  <a:pt x="3022" y="2465"/>
                </a:cubicBezTo>
                <a:cubicBezTo>
                  <a:pt x="2918" y="2575"/>
                  <a:pt x="2867" y="2719"/>
                  <a:pt x="2867" y="2862"/>
                </a:cubicBezTo>
              </a:path>
              <a:path w="21600" h="21600">
                <a:moveTo>
                  <a:pt x="0" y="10799"/>
                </a:moveTo>
                <a:cubicBezTo>
                  <a:pt x="0" y="11111"/>
                  <a:pt x="236" y="11362"/>
                  <a:pt x="531" y="11362"/>
                </a:cubicBezTo>
                <a:lnTo>
                  <a:pt x="2124" y="11362"/>
                </a:lnTo>
                <a:cubicBezTo>
                  <a:pt x="2416" y="11362"/>
                  <a:pt x="2655" y="11111"/>
                  <a:pt x="2655" y="10799"/>
                </a:cubicBezTo>
                <a:cubicBezTo>
                  <a:pt x="2655" y="10488"/>
                  <a:pt x="2416" y="10236"/>
                  <a:pt x="2124" y="10236"/>
                </a:cubicBezTo>
                <a:lnTo>
                  <a:pt x="531" y="10236"/>
                </a:lnTo>
                <a:cubicBezTo>
                  <a:pt x="236" y="10236"/>
                  <a:pt x="0" y="10488"/>
                  <a:pt x="0" y="10799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noFill/>
            <a:prstDash val="solid"/>
            <a:round/>
          </a:ln>
        </p:spPr>
      </p:sp>
      <p:sp>
        <p:nvSpPr>
          <p:cNvPr id="84" name="曲线"/>
          <p:cNvSpPr>
            <a:spLocks/>
          </p:cNvSpPr>
          <p:nvPr/>
        </p:nvSpPr>
        <p:spPr>
          <a:xfrm>
            <a:off x="6582205" y="5355509"/>
            <a:ext cx="471565" cy="471565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679" y="13702"/>
                </a:moveTo>
                <a:lnTo>
                  <a:pt x="5799" y="13702"/>
                </a:lnTo>
                <a:lnTo>
                  <a:pt x="5799" y="19462"/>
                </a:lnTo>
                <a:lnTo>
                  <a:pt x="2679" y="19462"/>
                </a:lnTo>
              </a:path>
              <a:path w="21600" h="21600">
                <a:moveTo>
                  <a:pt x="7478" y="11303"/>
                </a:moveTo>
                <a:lnTo>
                  <a:pt x="10599" y="11303"/>
                </a:lnTo>
                <a:lnTo>
                  <a:pt x="10599" y="19462"/>
                </a:lnTo>
                <a:lnTo>
                  <a:pt x="7478" y="19462"/>
                </a:lnTo>
              </a:path>
              <a:path w="21600" h="21600">
                <a:moveTo>
                  <a:pt x="12280" y="8902"/>
                </a:moveTo>
                <a:lnTo>
                  <a:pt x="15399" y="8902"/>
                </a:lnTo>
                <a:lnTo>
                  <a:pt x="15399" y="19462"/>
                </a:lnTo>
                <a:lnTo>
                  <a:pt x="12280" y="19462"/>
                </a:lnTo>
              </a:path>
              <a:path w="21600" h="21600">
                <a:moveTo>
                  <a:pt x="17079" y="6502"/>
                </a:moveTo>
                <a:lnTo>
                  <a:pt x="20199" y="6502"/>
                </a:lnTo>
                <a:lnTo>
                  <a:pt x="20199" y="19462"/>
                </a:lnTo>
                <a:lnTo>
                  <a:pt x="17079" y="19462"/>
                </a:lnTo>
              </a:path>
              <a:path w="21600" h="21600">
                <a:moveTo>
                  <a:pt x="15479" y="1497"/>
                </a:moveTo>
                <a:lnTo>
                  <a:pt x="19204" y="1649"/>
                </a:lnTo>
                <a:lnTo>
                  <a:pt x="17471" y="4949"/>
                </a:lnTo>
                <a:lnTo>
                  <a:pt x="16974" y="4086"/>
                </a:lnTo>
                <a:lnTo>
                  <a:pt x="3609" y="11802"/>
                </a:lnTo>
                <a:lnTo>
                  <a:pt x="2612" y="10076"/>
                </a:lnTo>
                <a:lnTo>
                  <a:pt x="15977" y="2361"/>
                </a:lnTo>
              </a:path>
              <a:path w="21600" h="21600">
                <a:moveTo>
                  <a:pt x="0" y="0"/>
                </a:moveTo>
                <a:lnTo>
                  <a:pt x="1199" y="0"/>
                </a:lnTo>
                <a:lnTo>
                  <a:pt x="1199" y="20398"/>
                </a:lnTo>
                <a:lnTo>
                  <a:pt x="21598" y="20398"/>
                </a:lnTo>
                <a:lnTo>
                  <a:pt x="21598" y="21598"/>
                </a:lnTo>
                <a:lnTo>
                  <a:pt x="1199" y="21598"/>
                </a:lnTo>
                <a:lnTo>
                  <a:pt x="1199" y="21598"/>
                </a:lnTo>
                <a:lnTo>
                  <a:pt x="0" y="21598"/>
                </a:lnTo>
                <a:lnTo>
                  <a:pt x="0" y="21598"/>
                </a:lnTo>
                <a:lnTo>
                  <a:pt x="0" y="20398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noFill/>
            <a:prstDash val="solid"/>
            <a:round/>
          </a:ln>
        </p:spPr>
      </p:sp>
      <p:grpSp>
        <p:nvGrpSpPr>
          <p:cNvPr id="87" name="Combination"/>
          <p:cNvGrpSpPr>
            <a:grpSpLocks/>
          </p:cNvGrpSpPr>
          <p:nvPr/>
        </p:nvGrpSpPr>
        <p:grpSpPr>
          <a:xfrm>
            <a:off x="11738842" y="74700"/>
            <a:ext cx="315766" cy="803396"/>
            <a:chOff x="11738842" y="74700"/>
            <a:chExt cx="315766" cy="803396"/>
          </a:xfrm>
        </p:grpSpPr>
        <p:sp>
          <p:nvSpPr>
            <p:cNvPr id="85" name="Isosceles triangle"/>
            <p:cNvSpPr>
              <a:spLocks/>
            </p:cNvSpPr>
            <p:nvPr/>
          </p:nvSpPr>
          <p:spPr>
            <a:xfrm>
              <a:off x="11738842" y="74700"/>
              <a:ext cx="315766" cy="421698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86" name="Isosceles triangle"/>
            <p:cNvSpPr>
              <a:spLocks/>
            </p:cNvSpPr>
            <p:nvPr/>
          </p:nvSpPr>
          <p:spPr>
            <a:xfrm>
              <a:off x="11738842" y="456398"/>
              <a:ext cx="315766" cy="421697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827E0EB-32C1-0266-43C2-6BDD03EF4E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3188036"/>
              </p:ext>
            </p:extLst>
          </p:nvPr>
        </p:nvGraphicFramePr>
        <p:xfrm>
          <a:off x="1311563" y="1784192"/>
          <a:ext cx="10141528" cy="453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179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box" descr="Double tap to add text here&#10;"/>
          <p:cNvSpPr>
            <a:spLocks noGrp="1"/>
          </p:cNvSpPr>
          <p:nvPr>
            <p:ph type="body" idx="1"/>
          </p:nvPr>
        </p:nvSpPr>
        <p:spPr>
          <a:xfrm>
            <a:off x="323529" y="339509"/>
            <a:ext cx="11573197" cy="9997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altLang="zh-CN"/>
              <a:t>BILANGAN INDEN SEBELUM PROJEK DILAKSANAKAN</a:t>
            </a:r>
            <a:endParaRPr lang="zh-CN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E3CD3A-88AC-339A-1B43-729E15B68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871615"/>
              </p:ext>
            </p:extLst>
          </p:nvPr>
        </p:nvGraphicFramePr>
        <p:xfrm>
          <a:off x="166259" y="1181485"/>
          <a:ext cx="11730467" cy="4729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781">
                  <a:extLst>
                    <a:ext uri="{9D8B030D-6E8A-4147-A177-3AD203B41FA5}">
                      <a16:colId xmlns:a16="http://schemas.microsoft.com/office/drawing/2014/main" val="2477548847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3975618194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1240201130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1405589278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2303464698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3353237168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961865785"/>
                    </a:ext>
                  </a:extLst>
                </a:gridCol>
              </a:tblGrid>
              <a:tr h="605552">
                <a:tc gridSpan="7">
                  <a:txBody>
                    <a:bodyPr/>
                    <a:lstStyle/>
                    <a:p>
                      <a:pPr algn="ctr"/>
                      <a:r>
                        <a:rPr lang="en-US"/>
                        <a:t>TAHUN 2025</a:t>
                      </a:r>
                      <a:endParaRPr lang="en-MY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711944"/>
                  </a:ext>
                </a:extLst>
              </a:tr>
              <a:tr h="622853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BULAN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JULAI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OGOS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SEPTEMBER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OKTOBER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NOVEMRBER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DISEMBER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310052"/>
                  </a:ext>
                </a:extLst>
              </a:tr>
              <a:tr h="1660942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BILANGAN INDEN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771757"/>
                  </a:ext>
                </a:extLst>
              </a:tr>
              <a:tr h="1840441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BILANGAN ITEM INDEN</a:t>
                      </a:r>
                      <a:endParaRPr lang="en-MY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48585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3F694E0-4241-71D0-627B-6EB4C3892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9262149"/>
              </p:ext>
            </p:extLst>
          </p:nvPr>
        </p:nvGraphicFramePr>
        <p:xfrm>
          <a:off x="1892655" y="2509598"/>
          <a:ext cx="9975816" cy="1803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5706A34-D55B-0648-419E-54ACABB03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82176"/>
              </p:ext>
            </p:extLst>
          </p:nvPr>
        </p:nvGraphicFramePr>
        <p:xfrm>
          <a:off x="1892655" y="4581815"/>
          <a:ext cx="9975816" cy="1803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9" name="Graphic 36" descr="Unpacking icon">
            <a:extLst>
              <a:ext uri="{FF2B5EF4-FFF2-40B4-BE49-F238E27FC236}">
                <a16:creationId xmlns:a16="http://schemas.microsoft.com/office/drawing/2014/main" id="{AF49621A-026E-421D-AB34-7660234E2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075" y="4894234"/>
            <a:ext cx="774062" cy="699154"/>
          </a:xfrm>
          <a:prstGeom prst="rect">
            <a:avLst/>
          </a:prstGeom>
        </p:spPr>
      </p:pic>
      <p:pic>
        <p:nvPicPr>
          <p:cNvPr id="20" name="Graphic 42" descr="Contract icon">
            <a:extLst>
              <a:ext uri="{FF2B5EF4-FFF2-40B4-BE49-F238E27FC236}">
                <a16:creationId xmlns:a16="http://schemas.microsoft.com/office/drawing/2014/main" id="{B874488C-8547-4D37-9527-916A67EE6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475" y="3149475"/>
            <a:ext cx="480488" cy="64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descr="This image is of an abstract shap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7468136" y="-2526477"/>
            <a:ext cx="8948964" cy="12105059"/>
            <a:chOff x="4855953" y="-2833465"/>
            <a:chExt cx="8948964" cy="12105059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57" name="Text box" descr="Double tap to add title&#10;"/>
          <p:cNvSpPr>
            <a:spLocks noGrp="1"/>
          </p:cNvSpPr>
          <p:nvPr>
            <p:ph type="ctrTitle"/>
          </p:nvPr>
        </p:nvSpPr>
        <p:spPr>
          <a:xfrm>
            <a:off x="1092277" y="3429000"/>
            <a:ext cx="5299287" cy="1468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b" anchorCtr="0">
            <a:prstTxWarp prst="textNoShape">
              <a:avLst/>
            </a:prstTxWarp>
          </a:bodyPr>
          <a:lstStyle/>
          <a:p>
            <a:r>
              <a:rPr lang="en-US" altLang="zh-CN" sz="7000"/>
              <a:t>SIGNIFIKAN </a:t>
            </a:r>
            <a:br>
              <a:rPr lang="en-US" altLang="zh-CN" sz="7000"/>
            </a:br>
            <a:r>
              <a:rPr lang="en-US" altLang="zh-CN" sz="7000"/>
              <a:t>PROJEK</a:t>
            </a:r>
            <a:endParaRPr lang="zh-CN" altLang="en-US" sz="7000"/>
          </a:p>
        </p:txBody>
      </p:sp>
    </p:spTree>
    <p:extLst>
      <p:ext uri="{BB962C8B-B14F-4D97-AF65-F5344CB8AC3E}">
        <p14:creationId xmlns:p14="http://schemas.microsoft.com/office/powerpoint/2010/main" val="26915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box" descr="Double tap to add text here&#10;"/>
          <p:cNvSpPr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1" name="Rectangles"/>
          <p:cNvSpPr>
            <a:spLocks/>
          </p:cNvSpPr>
          <p:nvPr/>
        </p:nvSpPr>
        <p:spPr>
          <a:xfrm>
            <a:off x="761988" y="285745"/>
            <a:ext cx="10677161" cy="122507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684" rIns="91440" bIns="45684" anchor="ctr" anchorCtr="0" upright="1">
            <a:prstTxWarp prst="textNoShape">
              <a:avLst/>
            </a:prstTxWarp>
          </a:bodyPr>
          <a:lstStyle/>
          <a:p>
            <a:pPr marL="0" indent="0" algn="ctr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zh-CN" sz="4000" b="1" i="0" u="none" strike="noStrike" kern="0" cap="none" spc="0" baseline="0">
                <a:solidFill>
                  <a:srgbClr val="262626"/>
                </a:solidFill>
                <a:latin typeface="Century Gothic" charset="0"/>
                <a:ea typeface="Century Gothic" charset="0"/>
                <a:cs typeface="Century Gothic" charset="0"/>
              </a:rPr>
              <a:t>KAITAN DENGAN FUNGSI UTAMA JABATAN/ORGANISASI</a:t>
            </a:r>
            <a:endParaRPr lang="zh-CN" altLang="en-US" sz="4000" b="1" i="0" u="none" strike="noStrike" kern="0" cap="none" spc="0" baseline="0">
              <a:solidFill>
                <a:srgbClr val="262626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8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box" descr="Double tap to add title&#10;"/>
          <p:cNvSpPr>
            <a:spLocks noGrp="1"/>
          </p:cNvSpPr>
          <p:nvPr>
            <p:ph type="title"/>
          </p:nvPr>
        </p:nvSpPr>
        <p:spPr>
          <a:xfrm>
            <a:off x="281582" y="1572235"/>
            <a:ext cx="10095600" cy="26215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b" anchorCtr="0">
            <a:prstTxWarp prst="textNoShape">
              <a:avLst/>
            </a:prstTxWarp>
          </a:bodyPr>
          <a:lstStyle/>
          <a:p>
            <a:r>
              <a:rPr lang="en-US" altLang="zh-CN" sz="7000"/>
              <a:t>TINDAKAN PENYELESAIAN</a:t>
            </a:r>
            <a:endParaRPr lang="zh-CN" altLang="en-US" sz="7000"/>
          </a:p>
        </p:txBody>
      </p:sp>
      <p:pic>
        <p:nvPicPr>
          <p:cNvPr id="2050" name="Picture 2" descr="This image is of two sets of hands putting puzzle pieces together. ">
            <a:extLst>
              <a:ext uri="{FF2B5EF4-FFF2-40B4-BE49-F238E27FC236}">
                <a16:creationId xmlns:a16="http://schemas.microsoft.com/office/drawing/2014/main" id="{6EA0FBF4-72B1-6394-1032-2673CA3E4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75" y="0"/>
            <a:ext cx="4645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1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8000"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"/>
          <p:cNvSpPr>
            <a:spLocks noGrp="1"/>
          </p:cNvSpPr>
          <p:nvPr>
            <p:ph type="body" idx="4294967295"/>
          </p:nvPr>
        </p:nvSpPr>
        <p:spPr>
          <a:xfrm>
            <a:off x="221256" y="1727227"/>
            <a:ext cx="5742773" cy="44352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b="0" i="0" u="none" strike="noStrike" kern="1200" cap="none" spc="0" baseline="0">
                <a:solidFill>
                  <a:srgbClr val="00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Sistem ini diwujudkan untuk memudahkan proses </a:t>
            </a:r>
            <a:r>
              <a:rPr lang="en-US" altLang="zh-CN" b="0" i="0" u="none" strike="noStrike" kern="1200" cap="none" spc="0" baseline="0">
                <a:solidFill>
                  <a:srgbClr val="FF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penyediaan</a:t>
            </a:r>
            <a:r>
              <a:rPr lang="en-US" altLang="zh-CN" b="0" i="0" u="none" strike="noStrike" kern="1200" cap="none" spc="0" baseline="0">
                <a:solidFill>
                  <a:srgbClr val="00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 dan </a:t>
            </a:r>
            <a:r>
              <a:rPr lang="en-US" altLang="zh-CN" b="0" i="0" u="none" strike="noStrike" kern="1200" cap="none" spc="0" baseline="0">
                <a:solidFill>
                  <a:srgbClr val="FF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penghantaran inden </a:t>
            </a:r>
            <a:r>
              <a:rPr lang="en-US" altLang="zh-CN" b="0" i="0" u="none" strike="noStrike" kern="1200" cap="none" spc="0" baseline="0">
                <a:solidFill>
                  <a:srgbClr val="00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dari kaunter Farmasi Pesakit Luar ke Stor Unit Farmasi Pesakit Luar, </a:t>
            </a:r>
            <a:r>
              <a:rPr lang="en-US" altLang="zh-CN" b="0" i="0" u="none" strike="noStrike" kern="1200" cap="none" spc="0" baseline="0">
                <a:solidFill>
                  <a:srgbClr val="FF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melancarkan proses pembekalan </a:t>
            </a:r>
            <a:r>
              <a:rPr lang="en-US" altLang="zh-CN" b="0" i="0" u="none" strike="noStrike" kern="1200" cap="none" spc="0" baseline="0">
                <a:solidFill>
                  <a:srgbClr val="00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ubat ke kaunter dan juga untuk membolehkan </a:t>
            </a:r>
            <a:r>
              <a:rPr lang="en-US" altLang="zh-CN" b="0" i="0" u="none" strike="noStrike" kern="1200" cap="none" spc="0" baseline="0">
                <a:solidFill>
                  <a:srgbClr val="FF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pemantauan ubat hampir luput </a:t>
            </a:r>
            <a:r>
              <a:rPr lang="en-US" altLang="zh-CN" b="0" i="0" u="none" strike="noStrike" kern="1200" cap="none" spc="0" baseline="0">
                <a:solidFill>
                  <a:srgbClr val="00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di kaunter. </a:t>
            </a:r>
            <a:endParaRPr lang="zh-CN" altLang="en-US" b="0" i="0" u="none" strike="noStrike" kern="1200" cap="none" spc="0" baseline="0">
              <a:solidFill>
                <a:srgbClr val="000000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44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Microsoft JhengHei UI" charset="0"/>
                <a:cs typeface="Arial" charset="0"/>
              </a:rPr>
              <a:t>8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Microsoft JhengHei UI" charset="0"/>
              <a:cs typeface="Arial" charset="0"/>
            </a:endParaRPr>
          </a:p>
        </p:txBody>
      </p:sp>
      <p:grpSp>
        <p:nvGrpSpPr>
          <p:cNvPr id="49" name="Combination"/>
          <p:cNvGrpSpPr>
            <a:grpSpLocks/>
          </p:cNvGrpSpPr>
          <p:nvPr/>
        </p:nvGrpSpPr>
        <p:grpSpPr>
          <a:xfrm>
            <a:off x="5964963" y="2250083"/>
            <a:ext cx="6056273" cy="3548299"/>
            <a:chOff x="5964963" y="2250083"/>
            <a:chExt cx="6056273" cy="3548299"/>
          </a:xfrm>
        </p:grpSpPr>
        <p:sp>
          <p:nvSpPr>
            <p:cNvPr id="45" name="曲线"/>
            <p:cNvSpPr>
              <a:spLocks/>
            </p:cNvSpPr>
            <p:nvPr/>
          </p:nvSpPr>
          <p:spPr>
            <a:xfrm>
              <a:off x="6460230" y="2250083"/>
              <a:ext cx="5063879" cy="33895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0889" y="0"/>
                  </a:moveTo>
                  <a:lnTo>
                    <a:pt x="713" y="0"/>
                  </a:lnTo>
                  <a:cubicBezTo>
                    <a:pt x="317" y="0"/>
                    <a:pt x="0" y="475"/>
                    <a:pt x="0" y="1065"/>
                  </a:cubicBezTo>
                  <a:lnTo>
                    <a:pt x="0" y="21236"/>
                  </a:lnTo>
                  <a:cubicBezTo>
                    <a:pt x="0" y="21438"/>
                    <a:pt x="110" y="21600"/>
                    <a:pt x="242" y="21600"/>
                  </a:cubicBezTo>
                  <a:lnTo>
                    <a:pt x="21356" y="21600"/>
                  </a:lnTo>
                  <a:cubicBezTo>
                    <a:pt x="21492" y="21600"/>
                    <a:pt x="21599" y="21432"/>
                    <a:pt x="21599" y="21236"/>
                  </a:cubicBezTo>
                  <a:lnTo>
                    <a:pt x="21599" y="1065"/>
                  </a:lnTo>
                  <a:cubicBezTo>
                    <a:pt x="21603" y="475"/>
                    <a:pt x="21285" y="0"/>
                    <a:pt x="20889" y="0"/>
                  </a:cubicBezTo>
                </a:path>
                <a:path w="21600" h="21600">
                  <a:moveTo>
                    <a:pt x="20846" y="20289"/>
                  </a:moveTo>
                  <a:lnTo>
                    <a:pt x="797" y="20289"/>
                  </a:lnTo>
                  <a:lnTo>
                    <a:pt x="797" y="1248"/>
                  </a:lnTo>
                  <a:lnTo>
                    <a:pt x="20846" y="1248"/>
                  </a:lnTo>
                  <a:lnTo>
                    <a:pt x="20846" y="20289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>
              <a:solidFill>
                <a:srgbClr val="4AA5B7"/>
              </a:solidFill>
              <a:prstDash val="solid"/>
              <a:round/>
            </a:ln>
          </p:spPr>
        </p:sp>
        <p:sp>
          <p:nvSpPr>
            <p:cNvPr id="46" name="曲线"/>
            <p:cNvSpPr>
              <a:spLocks/>
            </p:cNvSpPr>
            <p:nvPr/>
          </p:nvSpPr>
          <p:spPr>
            <a:xfrm>
              <a:off x="5964963" y="5705006"/>
              <a:ext cx="6056273" cy="9337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0" y="0"/>
                  </a:moveTo>
                  <a:cubicBezTo>
                    <a:pt x="0" y="0"/>
                    <a:pt x="453" y="21600"/>
                    <a:pt x="1576" y="21600"/>
                  </a:cubicBezTo>
                  <a:lnTo>
                    <a:pt x="20356" y="21600"/>
                  </a:lnTo>
                  <a:cubicBezTo>
                    <a:pt x="20812" y="2160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>
              <a:solidFill>
                <a:srgbClr val="4AA5B7"/>
              </a:solidFill>
              <a:prstDash val="solid"/>
              <a:round/>
            </a:ln>
          </p:spPr>
        </p:sp>
        <p:sp>
          <p:nvSpPr>
            <p:cNvPr id="47" name="曲线"/>
            <p:cNvSpPr>
              <a:spLocks/>
            </p:cNvSpPr>
            <p:nvPr/>
          </p:nvSpPr>
          <p:spPr>
            <a:xfrm>
              <a:off x="5964963" y="5630305"/>
              <a:ext cx="6055339" cy="7470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>
              <a:solidFill>
                <a:srgbClr val="4AA5B7"/>
              </a:solidFill>
              <a:prstDash val="solid"/>
              <a:round/>
            </a:ln>
          </p:spPr>
        </p:sp>
        <p:sp>
          <p:nvSpPr>
            <p:cNvPr id="48" name="曲线"/>
            <p:cNvSpPr>
              <a:spLocks/>
            </p:cNvSpPr>
            <p:nvPr/>
          </p:nvSpPr>
          <p:spPr>
            <a:xfrm>
              <a:off x="8544089" y="5630305"/>
              <a:ext cx="886806" cy="466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0" y="0"/>
                  </a:moveTo>
                  <a:cubicBezTo>
                    <a:pt x="0" y="0"/>
                    <a:pt x="637" y="21600"/>
                    <a:pt x="1273" y="21600"/>
                  </a:cubicBezTo>
                  <a:lnTo>
                    <a:pt x="20325" y="21600"/>
                  </a:lnTo>
                  <a:cubicBezTo>
                    <a:pt x="20961" y="2160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cap="flat" cmpd="sng">
              <a:noFill/>
              <a:prstDash val="solid"/>
              <a:round/>
            </a:ln>
          </p:spPr>
        </p:sp>
      </p:grpSp>
      <p:sp>
        <p:nvSpPr>
          <p:cNvPr id="50" name="Rectangles"/>
          <p:cNvSpPr>
            <a:spLocks/>
          </p:cNvSpPr>
          <p:nvPr/>
        </p:nvSpPr>
        <p:spPr>
          <a:xfrm>
            <a:off x="323529" y="339509"/>
            <a:ext cx="11573197" cy="84149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5400" b="1" i="0" u="none" strike="noStrike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itchFamily="2" charset="0"/>
                <a:ea typeface="Roboto" pitchFamily="2" charset="0"/>
                <a:cs typeface="Arial" charset="0"/>
              </a:rPr>
              <a:t>PENGENALAN PROJEK</a:t>
            </a:r>
            <a:endParaRPr lang="zh-CN" altLang="en-US" sz="5400" b="1" i="0" u="none" strike="noStrike" kern="1200" cap="none" spc="0" baseline="0">
              <a:solidFill>
                <a:schemeClr val="tx1">
                  <a:lumMod val="75000"/>
                  <a:lumOff val="25000"/>
                </a:schemeClr>
              </a:solidFill>
              <a:latin typeface="Roboto" pitchFamily="2" charset="0"/>
              <a:ea typeface="Roboto" pitchFamily="2" charset="0"/>
              <a:cs typeface="Arial" charset="0"/>
            </a:endParaRPr>
          </a:p>
        </p:txBody>
      </p:sp>
      <p:pic>
        <p:nvPicPr>
          <p:cNvPr id="51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42750" y="2444750"/>
            <a:ext cx="4764159" cy="30076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grpSp>
        <p:nvGrpSpPr>
          <p:cNvPr id="54" name="Combination"/>
          <p:cNvGrpSpPr>
            <a:grpSpLocks/>
          </p:cNvGrpSpPr>
          <p:nvPr/>
        </p:nvGrpSpPr>
        <p:grpSpPr>
          <a:xfrm>
            <a:off x="11738842" y="74700"/>
            <a:ext cx="315766" cy="803396"/>
            <a:chOff x="11738842" y="74700"/>
            <a:chExt cx="315766" cy="803396"/>
          </a:xfrm>
        </p:grpSpPr>
        <p:sp>
          <p:nvSpPr>
            <p:cNvPr id="52" name="Isosceles triangle"/>
            <p:cNvSpPr>
              <a:spLocks/>
            </p:cNvSpPr>
            <p:nvPr/>
          </p:nvSpPr>
          <p:spPr>
            <a:xfrm>
              <a:off x="11738842" y="74700"/>
              <a:ext cx="315766" cy="421698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53" name="Isosceles triangle"/>
            <p:cNvSpPr>
              <a:spLocks/>
            </p:cNvSpPr>
            <p:nvPr/>
          </p:nvSpPr>
          <p:spPr>
            <a:xfrm>
              <a:off x="11738842" y="456398"/>
              <a:ext cx="315766" cy="421697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79403068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s" descr="React logo landscape transparent PNG - Stick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69285" y="2883336"/>
            <a:ext cx="2072318" cy="11604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92" name="Text box"/>
          <p:cNvSpPr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121900" tIns="121900" rIns="121900" bIns="12190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558ED5"/>
                </a:solidFill>
                <a:latin typeface="Arial" charset="0"/>
                <a:ea typeface="Microsoft JhengHei UI" charset="0"/>
                <a:cs typeface="Lucida Sans" charset="0"/>
              </a:rPr>
              <a:t>SYSTEM ARCHITECTURE</a:t>
            </a:r>
            <a:endParaRPr lang="zh-CN" altLang="en-US" sz="4800" b="1" i="0" u="none" strike="noStrike" kern="1200" cap="none" spc="0" baseline="0">
              <a:solidFill>
                <a:srgbClr val="558ED5"/>
              </a:solidFill>
              <a:latin typeface="Arial" charset="0"/>
              <a:ea typeface="Microsoft JhengHei UI" charset="0"/>
              <a:cs typeface="Lucida Sans" charset="0"/>
            </a:endParaRPr>
          </a:p>
        </p:txBody>
      </p:sp>
      <p:sp>
        <p:nvSpPr>
          <p:cNvPr id="93" name="Oval"/>
          <p:cNvSpPr>
            <a:spLocks/>
          </p:cNvSpPr>
          <p:nvPr/>
        </p:nvSpPr>
        <p:spPr>
          <a:xfrm>
            <a:off x="4078160" y="1844800"/>
            <a:ext cx="3186800" cy="3216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1F497D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 </a:t>
            </a:r>
            <a:endParaRPr lang="zh-CN" altLang="en-US" sz="2400" b="0" i="0" u="none" strike="noStrike" kern="1200" cap="none" spc="0" baseline="0">
              <a:solidFill>
                <a:srgbClr val="1F497D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94" name="Oval"/>
          <p:cNvSpPr>
            <a:spLocks/>
          </p:cNvSpPr>
          <p:nvPr/>
        </p:nvSpPr>
        <p:spPr>
          <a:xfrm>
            <a:off x="1203567" y="1844800"/>
            <a:ext cx="3186800" cy="3216400"/>
          </a:xfrm>
          <a:prstGeom prst="ellipse">
            <a:avLst/>
          </a:prstGeom>
          <a:noFill/>
          <a:ln w="19050" cap="flat" cmpd="sng">
            <a:solidFill>
              <a:srgbClr val="3ECF8E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1F497D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 </a:t>
            </a:r>
            <a:endParaRPr lang="zh-CN" altLang="en-US" sz="2400" b="0" i="0" u="none" strike="noStrike" kern="1200" cap="none" spc="0" baseline="0">
              <a:solidFill>
                <a:srgbClr val="1F497D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95" name="Oval"/>
          <p:cNvSpPr>
            <a:spLocks/>
          </p:cNvSpPr>
          <p:nvPr/>
        </p:nvSpPr>
        <p:spPr>
          <a:xfrm>
            <a:off x="6997320" y="1844800"/>
            <a:ext cx="3186800" cy="3216400"/>
          </a:xfrm>
          <a:prstGeom prst="ellipse">
            <a:avLst/>
          </a:prstGeom>
          <a:noFill/>
          <a:ln w="19050" cap="flat" cmpd="sng">
            <a:solidFill>
              <a:srgbClr val="00D7FD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1F497D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 </a:t>
            </a:r>
            <a:endParaRPr lang="zh-CN" altLang="en-US" sz="2400" b="0" i="0" u="none" strike="noStrike" kern="1200" cap="none" spc="0" baseline="0">
              <a:solidFill>
                <a:srgbClr val="1F497D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96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Microsoft JhengHei UI" charset="0"/>
                <a:cs typeface="Arial" charset="0"/>
              </a:rPr>
              <a:t>9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Microsoft JhengHei UI" charset="0"/>
              <a:cs typeface="Arial" charset="0"/>
            </a:endParaRPr>
          </a:p>
        </p:txBody>
      </p:sp>
      <p:cxnSp>
        <p:nvCxnSpPr>
          <p:cNvPr id="97" name="直线连接线"/>
          <p:cNvCxnSpPr>
            <a:cxnSpLocks/>
          </p:cNvCxnSpPr>
          <p:nvPr/>
        </p:nvCxnSpPr>
        <p:spPr>
          <a:xfrm>
            <a:off x="3898900" y="3464783"/>
            <a:ext cx="671963" cy="1587"/>
          </a:xfrm>
          <a:prstGeom prst="straightConnector1">
            <a:avLst/>
          </a:prstGeom>
          <a:noFill/>
          <a:ln w="19050" cap="flat" cmpd="sng">
            <a:solidFill>
              <a:srgbClr val="DB7457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8" name="直线连接线"/>
          <p:cNvCxnSpPr>
            <a:cxnSpLocks/>
          </p:cNvCxnSpPr>
          <p:nvPr/>
        </p:nvCxnSpPr>
        <p:spPr>
          <a:xfrm>
            <a:off x="6798732" y="3464783"/>
            <a:ext cx="671962" cy="1587"/>
          </a:xfrm>
          <a:prstGeom prst="straightConnector1">
            <a:avLst/>
          </a:prstGeom>
          <a:noFill/>
          <a:ln w="19050" cap="flat" cmpd="sng">
            <a:solidFill>
              <a:srgbClr val="DB7457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9" name="Rectangles"/>
          <p:cNvSpPr>
            <a:spLocks/>
          </p:cNvSpPr>
          <p:nvPr/>
        </p:nvSpPr>
        <p:spPr>
          <a:xfrm>
            <a:off x="1684665" y="5216860"/>
            <a:ext cx="2214236" cy="48099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67" b="0" i="0" u="none" strike="noStrike" kern="1200" cap="none" spc="0" baseline="0">
                <a:solidFill>
                  <a:srgbClr val="027277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Database</a:t>
            </a:r>
            <a:endParaRPr lang="zh-CN" altLang="en-US" sz="1867" b="0" i="0" u="none" strike="noStrike" kern="1200" cap="none" spc="0" baseline="0">
              <a:solidFill>
                <a:srgbClr val="027277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00" name="Rectangles"/>
          <p:cNvSpPr>
            <a:spLocks/>
          </p:cNvSpPr>
          <p:nvPr/>
        </p:nvSpPr>
        <p:spPr>
          <a:xfrm>
            <a:off x="4931773" y="5216860"/>
            <a:ext cx="1430411" cy="48099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67" b="0" i="0" u="none" strike="noStrike" kern="1200" cap="none" spc="0" baseline="0">
                <a:solidFill>
                  <a:srgbClr val="027277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Host</a:t>
            </a:r>
            <a:endParaRPr lang="zh-CN" altLang="en-US" sz="1867" b="0" i="0" u="none" strike="noStrike" kern="1200" cap="none" spc="0" baseline="0">
              <a:solidFill>
                <a:srgbClr val="027277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01" name="Rectangles"/>
          <p:cNvSpPr>
            <a:spLocks/>
          </p:cNvSpPr>
          <p:nvPr/>
        </p:nvSpPr>
        <p:spPr>
          <a:xfrm>
            <a:off x="7892808" y="5216860"/>
            <a:ext cx="1430411" cy="48099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67" b="0" i="0" u="none" strike="noStrike" kern="1200" cap="none" spc="0" baseline="0">
                <a:solidFill>
                  <a:srgbClr val="027277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Frontend</a:t>
            </a:r>
            <a:endParaRPr lang="zh-CN" altLang="en-US" sz="1867" b="0" i="0" u="none" strike="noStrike" kern="1200" cap="none" spc="0" baseline="0">
              <a:solidFill>
                <a:srgbClr val="027277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102" name="Images"/>
          <p:cNvPicPr>
            <a:picLocks noChangeAspect="1"/>
          </p:cNvPicPr>
          <p:nvPr/>
        </p:nvPicPr>
        <p:blipFill>
          <a:blip r:embed="rId5" cstate="print"/>
          <a:srcRect l="22736" t="34355" b="14388"/>
          <a:stretch>
            <a:fillRect/>
          </a:stretch>
        </p:blipFill>
        <p:spPr>
          <a:xfrm>
            <a:off x="1920531" y="3630518"/>
            <a:ext cx="1617020" cy="3927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3" name="Images"/>
          <p:cNvPicPr>
            <a:picLocks noChangeAspect="1"/>
          </p:cNvPicPr>
          <p:nvPr/>
        </p:nvPicPr>
        <p:blipFill>
          <a:blip r:embed="rId6" cstate="print"/>
          <a:srcRect l="11525" t="8835" r="10616" b="6178"/>
          <a:stretch>
            <a:fillRect/>
          </a:stretch>
        </p:blipFill>
        <p:spPr>
          <a:xfrm>
            <a:off x="2412646" y="2905945"/>
            <a:ext cx="629134" cy="62219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4" name="Images" descr="Vercel Deploy | Drupal.org"/>
          <p:cNvPicPr>
            <a:picLocks noChangeAspect="1"/>
          </p:cNvPicPr>
          <p:nvPr/>
        </p:nvPicPr>
        <p:blipFill>
          <a:blip r:embed="rId7" cstate="print"/>
          <a:srcRect t="9537" b="17497"/>
          <a:stretch>
            <a:fillRect/>
          </a:stretch>
        </p:blipFill>
        <p:spPr>
          <a:xfrm>
            <a:off x="4827652" y="2770668"/>
            <a:ext cx="1716688" cy="125260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grpSp>
        <p:nvGrpSpPr>
          <p:cNvPr id="107" name="Combination"/>
          <p:cNvGrpSpPr>
            <a:grpSpLocks/>
          </p:cNvGrpSpPr>
          <p:nvPr/>
        </p:nvGrpSpPr>
        <p:grpSpPr>
          <a:xfrm>
            <a:off x="11738842" y="74700"/>
            <a:ext cx="315766" cy="803396"/>
            <a:chOff x="11738842" y="74700"/>
            <a:chExt cx="315766" cy="803396"/>
          </a:xfrm>
        </p:grpSpPr>
        <p:sp>
          <p:nvSpPr>
            <p:cNvPr id="105" name="Isosceles triangle"/>
            <p:cNvSpPr>
              <a:spLocks/>
            </p:cNvSpPr>
            <p:nvPr/>
          </p:nvSpPr>
          <p:spPr>
            <a:xfrm>
              <a:off x="11738842" y="74700"/>
              <a:ext cx="315766" cy="421698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6" name="Isosceles triangle"/>
            <p:cNvSpPr>
              <a:spLocks/>
            </p:cNvSpPr>
            <p:nvPr/>
          </p:nvSpPr>
          <p:spPr>
            <a:xfrm>
              <a:off x="11738842" y="456398"/>
              <a:ext cx="315766" cy="421697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74884577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Oval"/>
          <p:cNvSpPr>
            <a:spLocks/>
          </p:cNvSpPr>
          <p:nvPr/>
        </p:nvSpPr>
        <p:spPr>
          <a:xfrm>
            <a:off x="1048200" y="2769919"/>
            <a:ext cx="2488800" cy="2460800"/>
          </a:xfrm>
          <a:prstGeom prst="ellipse">
            <a:avLst/>
          </a:prstGeom>
          <a:noFill/>
          <a:ln w="12700" cap="flat" cmpd="sng">
            <a:solidFill>
              <a:srgbClr val="CC99FF"/>
            </a:solidFill>
            <a:prstDash val="dash"/>
            <a:round/>
          </a:ln>
        </p:spPr>
      </p:sp>
      <p:sp>
        <p:nvSpPr>
          <p:cNvPr id="112" name="Oval"/>
          <p:cNvSpPr>
            <a:spLocks/>
          </p:cNvSpPr>
          <p:nvPr/>
        </p:nvSpPr>
        <p:spPr>
          <a:xfrm>
            <a:off x="1266825" y="2986137"/>
            <a:ext cx="2050800" cy="2028400"/>
          </a:xfrm>
          <a:prstGeom prst="ellipse">
            <a:avLst/>
          </a:prstGeom>
          <a:noFill/>
          <a:ln w="19050" cap="flat" cmpd="sng">
            <a:solidFill>
              <a:srgbClr val="7030A0"/>
            </a:solidFill>
            <a:prstDash val="solid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7030A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Staff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7030A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Kaunter</a:t>
            </a:r>
            <a:endParaRPr lang="zh-CN" altLang="en-US" sz="2400" b="0" i="0" u="none" strike="noStrike" kern="1200" cap="none" spc="0" baseline="0">
              <a:solidFill>
                <a:srgbClr val="7030A0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13" name="Text box"/>
          <p:cNvSpPr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121900" tIns="121900" rIns="121900" bIns="12190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558ED5"/>
                </a:solidFill>
                <a:latin typeface="Arial" charset="0"/>
                <a:ea typeface="Microsoft JhengHei UI" charset="0"/>
                <a:cs typeface="Lucida Sans" charset="0"/>
              </a:rPr>
              <a:t>OPERATIONAL WORKFLOW</a:t>
            </a:r>
            <a:endParaRPr lang="zh-CN" altLang="en-US" sz="4800" b="0" i="0" u="none" strike="noStrike" kern="1200" cap="none" spc="0" baseline="0">
              <a:solidFill>
                <a:srgbClr val="558ED5"/>
              </a:solidFill>
              <a:latin typeface="Arial" charset="0"/>
              <a:ea typeface="Microsoft JhengHei UI" charset="0"/>
              <a:cs typeface="Lucida Sans" charset="0"/>
            </a:endParaRPr>
          </a:p>
        </p:txBody>
      </p:sp>
      <p:sp>
        <p:nvSpPr>
          <p:cNvPr id="114" name="Oval"/>
          <p:cNvSpPr>
            <a:spLocks/>
          </p:cNvSpPr>
          <p:nvPr/>
        </p:nvSpPr>
        <p:spPr>
          <a:xfrm>
            <a:off x="4639954" y="1556864"/>
            <a:ext cx="2670400" cy="2640800"/>
          </a:xfrm>
          <a:prstGeom prst="ellipse">
            <a:avLst/>
          </a:prstGeom>
          <a:noFill/>
          <a:ln w="19050" cap="flat" cmpd="sng">
            <a:solidFill>
              <a:srgbClr val="0F5E8C"/>
            </a:solidFill>
            <a:prstDash val="dash"/>
            <a:round/>
          </a:ln>
        </p:spPr>
      </p:sp>
      <p:sp>
        <p:nvSpPr>
          <p:cNvPr id="115" name="Oval"/>
          <p:cNvSpPr>
            <a:spLocks/>
          </p:cNvSpPr>
          <p:nvPr/>
        </p:nvSpPr>
        <p:spPr>
          <a:xfrm>
            <a:off x="4874577" y="1788902"/>
            <a:ext cx="2201200" cy="2177200"/>
          </a:xfrm>
          <a:prstGeom prst="ellipse">
            <a:avLst/>
          </a:prstGeom>
          <a:solidFill>
            <a:srgbClr val="01162A"/>
          </a:solidFill>
          <a:ln w="28575" cap="flat" cmpd="sng">
            <a:solidFill>
              <a:srgbClr val="DB7457"/>
            </a:solidFill>
            <a:prstDash val="solid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866" b="1" i="0" u="none" strike="noStrike" kern="1200" cap="none" spc="0" baseline="0">
              <a:solidFill>
                <a:srgbClr val="0D557E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>
              <a:solidFill>
                <a:srgbClr val="0D557E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67" b="0" i="0" u="none" strike="noStrike" kern="1200" cap="none" spc="0" baseline="0">
                <a:solidFill>
                  <a:srgbClr val="68FFF3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 </a:t>
            </a:r>
            <a:endParaRPr lang="zh-CN" altLang="en-US" sz="3866" b="0" i="0" u="none" strike="noStrike" kern="1200" cap="none" spc="0" baseline="0">
              <a:solidFill>
                <a:srgbClr val="68FFF3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grpSp>
        <p:nvGrpSpPr>
          <p:cNvPr id="118" name="Combination"/>
          <p:cNvGrpSpPr>
            <a:grpSpLocks/>
          </p:cNvGrpSpPr>
          <p:nvPr/>
        </p:nvGrpSpPr>
        <p:grpSpPr>
          <a:xfrm>
            <a:off x="8413308" y="2542659"/>
            <a:ext cx="3016692" cy="2983132"/>
            <a:chOff x="8413308" y="2542659"/>
            <a:chExt cx="3016692" cy="2983132"/>
          </a:xfrm>
        </p:grpSpPr>
        <p:sp>
          <p:nvSpPr>
            <p:cNvPr id="116" name="Oval"/>
            <p:cNvSpPr>
              <a:spLocks/>
            </p:cNvSpPr>
            <p:nvPr/>
          </p:nvSpPr>
          <p:spPr>
            <a:xfrm>
              <a:off x="8413308" y="2542659"/>
              <a:ext cx="3016692" cy="2983132"/>
            </a:xfrm>
            <a:prstGeom prst="ellipse">
              <a:avLst/>
            </a:prstGeom>
            <a:noFill/>
            <a:ln w="19050" cap="flat" cmpd="sng">
              <a:solidFill>
                <a:srgbClr val="FF9999"/>
              </a:solidFill>
              <a:prstDash val="dash"/>
              <a:round/>
            </a:ln>
          </p:spPr>
        </p:sp>
        <p:sp>
          <p:nvSpPr>
            <p:cNvPr id="117" name="Oval"/>
            <p:cNvSpPr>
              <a:spLocks/>
            </p:cNvSpPr>
            <p:nvPr/>
          </p:nvSpPr>
          <p:spPr>
            <a:xfrm>
              <a:off x="8678390" y="2804651"/>
              <a:ext cx="2486285" cy="2458862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</a:ln>
          </p:spPr>
          <p:txBody>
            <a:bodyPr vert="horz" wrap="square" lIns="121900" tIns="121900" rIns="121900" bIns="121900" anchor="ctr" anchorCtr="0">
              <a:prstTxWarp prst="textNoShape">
                <a:avLst/>
              </a:prstTxWarp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667" b="0" i="0" u="none" strike="noStrike" kern="1200" cap="none" spc="0" baseline="0">
                  <a:solidFill>
                    <a:srgbClr val="960000"/>
                  </a:solidFill>
                  <a:latin typeface="Source Sans Pro" charset="0"/>
                  <a:ea typeface="Source Sans Pro" charset="0"/>
                  <a:cs typeface="Source Sans Pro" charset="0"/>
                  <a:sym typeface="Source Sans Pro" charset="0"/>
                </a:rPr>
                <a:t>Issuer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667" b="0" i="0" u="none" strike="noStrike" kern="1200" cap="none" spc="0" baseline="0">
                  <a:solidFill>
                    <a:srgbClr val="960000"/>
                  </a:solidFill>
                  <a:latin typeface="Source Sans Pro" charset="0"/>
                  <a:ea typeface="Source Sans Pro" charset="0"/>
                  <a:cs typeface="Source Sans Pro" charset="0"/>
                  <a:sym typeface="Source Sans Pro" charset="0"/>
                </a:rPr>
                <a:t>(Stor Unit)</a:t>
              </a:r>
              <a:endParaRPr lang="zh-CN" altLang="en-US" sz="2400" b="0" i="0" u="none" strike="noStrike" kern="1200" cap="none" spc="0" baseline="0">
                <a:solidFill>
                  <a:srgbClr val="960000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endParaRPr>
            </a:p>
          </p:txBody>
        </p:sp>
      </p:grpSp>
      <p:cxnSp>
        <p:nvCxnSpPr>
          <p:cNvPr id="119" name="直线连接线"/>
          <p:cNvCxnSpPr>
            <a:cxnSpLocks/>
            <a:stCxn id="112" idx="6"/>
            <a:endCxn id="115" idx="2"/>
          </p:cNvCxnSpPr>
          <p:nvPr/>
        </p:nvCxnSpPr>
        <p:spPr>
          <a:xfrm rot="21600000" flipV="1">
            <a:off x="3317625" y="2877502"/>
            <a:ext cx="1556951" cy="1122835"/>
          </a:xfrm>
          <a:prstGeom prst="straightConnector1">
            <a:avLst/>
          </a:prstGeom>
          <a:noFill/>
          <a:ln w="28575" cap="flat" cmpd="sng">
            <a:solidFill>
              <a:srgbClr val="7030A0"/>
            </a:solidFill>
            <a:prstDash val="solid"/>
            <a:round/>
          </a:ln>
        </p:spPr>
      </p:cxnSp>
      <p:cxnSp>
        <p:nvCxnSpPr>
          <p:cNvPr id="120" name="直线连接线"/>
          <p:cNvCxnSpPr>
            <a:cxnSpLocks/>
            <a:stCxn id="115" idx="6"/>
            <a:endCxn id="117" idx="2"/>
          </p:cNvCxnSpPr>
          <p:nvPr/>
        </p:nvCxnSpPr>
        <p:spPr>
          <a:xfrm>
            <a:off x="7075777" y="2877502"/>
            <a:ext cx="1602613" cy="1156581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</a:ln>
        </p:spPr>
      </p:cxnSp>
      <p:sp>
        <p:nvSpPr>
          <p:cNvPr id="121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Microsoft JhengHei UI" charset="0"/>
                <a:cs typeface="Arial" charset="0"/>
              </a:rPr>
              <a:t>10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Microsoft JhengHei UI" charset="0"/>
              <a:cs typeface="Arial" charset="0"/>
            </a:endParaRPr>
          </a:p>
        </p:txBody>
      </p:sp>
      <p:sp>
        <p:nvSpPr>
          <p:cNvPr id="122" name="右弧形箭头"/>
          <p:cNvSpPr>
            <a:spLocks/>
          </p:cNvSpPr>
          <p:nvPr/>
        </p:nvSpPr>
        <p:spPr>
          <a:xfrm rot="5400000">
            <a:off x="5202895" y="2883765"/>
            <a:ext cx="1322328" cy="6016239"/>
          </a:xfrm>
          <a:prstGeom prst="curvedLeftArrow">
            <a:avLst>
              <a:gd name="adj1" fmla="val 18240"/>
              <a:gd name="adj2" fmla="val 50004"/>
              <a:gd name="adj3" fmla="val 25000"/>
            </a:avLst>
          </a:prstGeom>
          <a:solidFill>
            <a:srgbClr val="558ED5"/>
          </a:solidFill>
          <a:ln w="12700" cap="flat" cmpd="sng">
            <a:noFill/>
            <a:prstDash val="solid"/>
            <a:round/>
          </a:ln>
        </p:spPr>
      </p:sp>
      <p:sp>
        <p:nvSpPr>
          <p:cNvPr id="123" name="Rectangles"/>
          <p:cNvSpPr>
            <a:spLocks/>
          </p:cNvSpPr>
          <p:nvPr/>
        </p:nvSpPr>
        <p:spPr>
          <a:xfrm rot="19472256">
            <a:off x="3374043" y="3239451"/>
            <a:ext cx="1290415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94584"/>
                </a:solidFill>
                <a:latin typeface="Arial" charset="0"/>
                <a:ea typeface="Microsoft JhengHei UI" charset="0"/>
                <a:cs typeface="Arial" charset="0"/>
              </a:rPr>
              <a:t>CREATE INDENT</a:t>
            </a:r>
            <a:endParaRPr lang="zh-CN" altLang="en-US" sz="900" b="0" i="0" u="none" strike="noStrike" kern="1200" cap="none" spc="0" baseline="0">
              <a:solidFill>
                <a:srgbClr val="694584"/>
              </a:solidFill>
              <a:latin typeface="Arial" charset="0"/>
              <a:ea typeface="Microsoft JhengHei UI" charset="0"/>
              <a:cs typeface="Arial" charset="0"/>
            </a:endParaRPr>
          </a:p>
        </p:txBody>
      </p:sp>
      <p:sp>
        <p:nvSpPr>
          <p:cNvPr id="124" name="Rectangles"/>
          <p:cNvSpPr>
            <a:spLocks/>
          </p:cNvSpPr>
          <p:nvPr/>
        </p:nvSpPr>
        <p:spPr>
          <a:xfrm rot="2162667">
            <a:off x="7285253" y="3234815"/>
            <a:ext cx="1290415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00000"/>
                </a:solidFill>
                <a:latin typeface="Arial" charset="0"/>
                <a:ea typeface="Microsoft JhengHei UI" charset="0"/>
                <a:cs typeface="Arial" charset="0"/>
              </a:rPr>
              <a:t>APPROVE INDENT</a:t>
            </a:r>
            <a:endParaRPr lang="zh-CN" altLang="en-US" sz="900" b="0" i="0" u="none" strike="noStrike" kern="1200" cap="none" spc="0" baseline="0">
              <a:solidFill>
                <a:srgbClr val="C00000"/>
              </a:solidFill>
              <a:latin typeface="Arial" charset="0"/>
              <a:ea typeface="Microsoft JhengHei UI" charset="0"/>
              <a:cs typeface="Arial" charset="0"/>
            </a:endParaRPr>
          </a:p>
        </p:txBody>
      </p:sp>
      <p:sp>
        <p:nvSpPr>
          <p:cNvPr id="125" name="Rectangles"/>
          <p:cNvSpPr>
            <a:spLocks/>
          </p:cNvSpPr>
          <p:nvPr/>
        </p:nvSpPr>
        <p:spPr>
          <a:xfrm>
            <a:off x="5213153" y="5940930"/>
            <a:ext cx="1524000" cy="5676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558ED5"/>
                </a:solidFill>
                <a:latin typeface="Arial" charset="0"/>
                <a:ea typeface="Microsoft JhengHei UI" charset="0"/>
                <a:cs typeface="Arial" charset="0"/>
              </a:rPr>
              <a:t>ISSUE OUT STOCKS</a:t>
            </a:r>
            <a:endParaRPr lang="zh-CN" altLang="en-US" sz="1600" b="1" i="0" u="none" strike="noStrike" kern="1200" cap="none" spc="0" baseline="0">
              <a:solidFill>
                <a:srgbClr val="558ED5"/>
              </a:solidFill>
              <a:latin typeface="Arial" charset="0"/>
              <a:ea typeface="Microsoft JhengHei UI" charset="0"/>
              <a:cs typeface="Arial" charset="0"/>
            </a:endParaRPr>
          </a:p>
        </p:txBody>
      </p:sp>
      <p:pic>
        <p:nvPicPr>
          <p:cNvPr id="126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53472" y="2320410"/>
            <a:ext cx="1848936" cy="112283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grpSp>
        <p:nvGrpSpPr>
          <p:cNvPr id="129" name="Combination"/>
          <p:cNvGrpSpPr>
            <a:grpSpLocks/>
          </p:cNvGrpSpPr>
          <p:nvPr/>
        </p:nvGrpSpPr>
        <p:grpSpPr>
          <a:xfrm>
            <a:off x="11738842" y="74700"/>
            <a:ext cx="315766" cy="803396"/>
            <a:chOff x="11738842" y="74700"/>
            <a:chExt cx="315766" cy="803396"/>
          </a:xfrm>
        </p:grpSpPr>
        <p:sp>
          <p:nvSpPr>
            <p:cNvPr id="127" name="Isosceles triangle"/>
            <p:cNvSpPr>
              <a:spLocks/>
            </p:cNvSpPr>
            <p:nvPr/>
          </p:nvSpPr>
          <p:spPr>
            <a:xfrm>
              <a:off x="11738842" y="74700"/>
              <a:ext cx="315766" cy="421698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28" name="Isosceles triangle"/>
            <p:cNvSpPr>
              <a:spLocks/>
            </p:cNvSpPr>
            <p:nvPr/>
          </p:nvSpPr>
          <p:spPr>
            <a:xfrm>
              <a:off x="11738842" y="456398"/>
              <a:ext cx="315766" cy="421697"/>
            </a:xfrm>
            <a:prstGeom prst="triangle">
              <a:avLst>
                <a:gd name="adj" fmla="val 100000"/>
              </a:avLst>
            </a:prstGeom>
            <a:solidFill>
              <a:srgbClr val="00B0F0"/>
            </a:solidFill>
            <a:ln w="12700" cap="flat" cmpd="sng">
              <a:noFill/>
              <a:prstDash val="solid"/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142857269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37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11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38" name="Oval"/>
          <p:cNvSpPr>
            <a:spLocks/>
          </p:cNvSpPr>
          <p:nvPr/>
        </p:nvSpPr>
        <p:spPr>
          <a:xfrm>
            <a:off x="254555" y="3897731"/>
            <a:ext cx="2699309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Login Page</a:t>
            </a: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PF &amp; PPF yang menguruskan stok </a:t>
            </a:r>
            <a:r>
              <a:rPr lang="en-US" altLang="zh-CN" sz="15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(Kaunter &amp; Stor Unit)</a:t>
            </a:r>
            <a:endParaRPr lang="zh-CN" altLang="en-US" sz="15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39" name="Rectangles"/>
          <p:cNvSpPr>
            <a:spLocks/>
          </p:cNvSpPr>
          <p:nvPr/>
        </p:nvSpPr>
        <p:spPr>
          <a:xfrm>
            <a:off x="3742441" y="2978870"/>
            <a:ext cx="4741684" cy="165911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40" name="Rectangles"/>
          <p:cNvSpPr>
            <a:spLocks/>
          </p:cNvSpPr>
          <p:nvPr/>
        </p:nvSpPr>
        <p:spPr>
          <a:xfrm>
            <a:off x="9065930" y="4736690"/>
            <a:ext cx="2234152" cy="92333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Pengguna akan log masuk via email and password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41" name="Elbow connector"/>
          <p:cNvCxnSpPr>
            <a:cxnSpLocks/>
            <a:stCxn id="139" idx="3"/>
            <a:endCxn id="140" idx="0"/>
          </p:cNvCxnSpPr>
          <p:nvPr/>
        </p:nvCxnSpPr>
        <p:spPr>
          <a:xfrm>
            <a:off x="8484125" y="3808429"/>
            <a:ext cx="1698881" cy="928261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659208288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1"/>
            <a:ext cx="12191884" cy="685793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6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12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47" name="Oval"/>
          <p:cNvSpPr>
            <a:spLocks/>
          </p:cNvSpPr>
          <p:nvPr/>
        </p:nvSpPr>
        <p:spPr>
          <a:xfrm>
            <a:off x="8872336" y="70150"/>
            <a:ext cx="2699307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Home Page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Pilihan untuk Routine atau Urgent Inden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48" name="Rectangles"/>
          <p:cNvSpPr>
            <a:spLocks/>
          </p:cNvSpPr>
          <p:nvPr/>
        </p:nvSpPr>
        <p:spPr>
          <a:xfrm>
            <a:off x="113121" y="2139886"/>
            <a:ext cx="1932495" cy="100866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49" name="Rectangles"/>
          <p:cNvSpPr>
            <a:spLocks/>
          </p:cNvSpPr>
          <p:nvPr/>
        </p:nvSpPr>
        <p:spPr>
          <a:xfrm>
            <a:off x="2872520" y="1380141"/>
            <a:ext cx="2419915" cy="92333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Pengguna boleh memilih Inden Rutin atau Inden Tambahan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50" name="Elbow connector"/>
          <p:cNvCxnSpPr>
            <a:cxnSpLocks/>
            <a:stCxn id="148" idx="3"/>
            <a:endCxn id="149" idx="1"/>
          </p:cNvCxnSpPr>
          <p:nvPr/>
        </p:nvCxnSpPr>
        <p:spPr>
          <a:xfrm flipV="1">
            <a:off x="2045616" y="1841806"/>
            <a:ext cx="826904" cy="802414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EFEFA22-6367-BA87-8CFB-7F1094860375}"/>
              </a:ext>
            </a:extLst>
          </p:cNvPr>
          <p:cNvSpPr/>
          <p:nvPr/>
        </p:nvSpPr>
        <p:spPr>
          <a:xfrm>
            <a:off x="2872520" y="4248727"/>
            <a:ext cx="4221007" cy="17918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55DAC-43B4-CCAA-90DE-B95F54F34709}"/>
              </a:ext>
            </a:extLst>
          </p:cNvPr>
          <p:cNvSpPr txBox="1"/>
          <p:nvPr/>
        </p:nvSpPr>
        <p:spPr>
          <a:xfrm>
            <a:off x="7435273" y="4359564"/>
            <a:ext cx="2699307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Pengguna boleh memilih Rak bawah jagaan masing-masing</a:t>
            </a:r>
            <a:endParaRPr lang="en-MY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AD50C3-D6D1-E626-7B07-093529BAFA79}"/>
              </a:ext>
            </a:extLst>
          </p:cNvPr>
          <p:cNvCxnSpPr/>
          <p:nvPr/>
        </p:nvCxnSpPr>
        <p:spPr>
          <a:xfrm>
            <a:off x="7093527" y="4701309"/>
            <a:ext cx="34174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7F5389-5601-E041-0031-0DFBB04FFB2F}"/>
              </a:ext>
            </a:extLst>
          </p:cNvPr>
          <p:cNvCxnSpPr/>
          <p:nvPr/>
        </p:nvCxnSpPr>
        <p:spPr>
          <a:xfrm>
            <a:off x="11720945" y="4701309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59135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53864" y="252412"/>
            <a:ext cx="3571875" cy="6353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64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13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65" name="Oval"/>
          <p:cNvSpPr>
            <a:spLocks/>
          </p:cNvSpPr>
          <p:nvPr/>
        </p:nvSpPr>
        <p:spPr>
          <a:xfrm>
            <a:off x="254555" y="3975551"/>
            <a:ext cx="2699309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Add Indent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Mobile Interface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66" name="Rectangles"/>
          <p:cNvSpPr>
            <a:spLocks/>
          </p:cNvSpPr>
          <p:nvPr/>
        </p:nvSpPr>
        <p:spPr>
          <a:xfrm>
            <a:off x="3074398" y="2119355"/>
            <a:ext cx="3330805" cy="380067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67" name="Rectangles"/>
          <p:cNvSpPr>
            <a:spLocks/>
          </p:cNvSpPr>
          <p:nvPr/>
        </p:nvSpPr>
        <p:spPr>
          <a:xfrm>
            <a:off x="7633971" y="3747812"/>
            <a:ext cx="3571874" cy="252031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Indent Qty will be automatically calculated based on: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Indent Qty = Max Qty – Balance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Max Qty is pre-defined during setup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User only input balance qty for convenience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68" name="Elbow connector"/>
          <p:cNvCxnSpPr>
            <a:cxnSpLocks/>
            <a:stCxn id="166" idx="3"/>
            <a:endCxn id="167" idx="1"/>
          </p:cNvCxnSpPr>
          <p:nvPr/>
        </p:nvCxnSpPr>
        <p:spPr>
          <a:xfrm>
            <a:off x="6405203" y="4019694"/>
            <a:ext cx="1228766" cy="102077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  <p:sp>
        <p:nvSpPr>
          <p:cNvPr id="169" name="Rectangles"/>
          <p:cNvSpPr>
            <a:spLocks/>
          </p:cNvSpPr>
          <p:nvPr/>
        </p:nvSpPr>
        <p:spPr>
          <a:xfrm>
            <a:off x="3071256" y="826694"/>
            <a:ext cx="3330803" cy="110580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70" name="Rectangles"/>
          <p:cNvSpPr>
            <a:spLocks/>
          </p:cNvSpPr>
          <p:nvPr/>
        </p:nvSpPr>
        <p:spPr>
          <a:xfrm>
            <a:off x="7633971" y="1597312"/>
            <a:ext cx="3571874" cy="1477328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Maklumat Ubat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: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Nama Ubat, Kod Item, PKU (Packaging SKU), Jenis Pembelian (APPL/LP), </a:t>
            </a:r>
            <a:r>
              <a:rPr lang="en-US" altLang="zh-CN">
                <a:latin typeface="Arial" charset="0"/>
                <a:ea typeface="宋体" charset="0"/>
                <a:cs typeface="Arial" charset="0"/>
              </a:rPr>
              <a:t>Standard/Keluar Terus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71" name="Elbow connector"/>
          <p:cNvCxnSpPr>
            <a:cxnSpLocks/>
            <a:stCxn id="169" idx="3"/>
            <a:endCxn id="170" idx="1"/>
          </p:cNvCxnSpPr>
          <p:nvPr/>
        </p:nvCxnSpPr>
        <p:spPr>
          <a:xfrm>
            <a:off x="6402059" y="1379595"/>
            <a:ext cx="1231912" cy="95638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545711830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94149" y="252412"/>
            <a:ext cx="3571875" cy="63531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effectLst>
            <a:outerShdw blurRad="50800" dist="38100" dir="5400000" algn="t" rotWithShape="0">
              <a:srgbClr val="000000">
                <a:alpha val="39607"/>
              </a:srgbClr>
            </a:outerShdw>
          </a:effectLst>
        </p:spPr>
      </p:pic>
      <p:sp>
        <p:nvSpPr>
          <p:cNvPr id="176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14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pic>
        <p:nvPicPr>
          <p:cNvPr id="177" name="Image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56707" y="252412"/>
            <a:ext cx="3571875" cy="63531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effectLst>
            <a:outerShdw blurRad="50800" dist="38100" dir="5400000" algn="t" rotWithShape="0">
              <a:srgbClr val="000000">
                <a:alpha val="39607"/>
              </a:srgbClr>
            </a:outerShdw>
          </a:effectLst>
        </p:spPr>
      </p:pic>
      <p:pic>
        <p:nvPicPr>
          <p:cNvPr id="178" name="Images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19265" y="252412"/>
            <a:ext cx="3571873" cy="63531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effectLst>
            <a:outerShdw blurRad="50800" dist="38100" dir="5400000" algn="t" rotWithShape="0">
              <a:srgbClr val="000000">
                <a:alpha val="39607"/>
              </a:srgbClr>
            </a:outerShdw>
          </a:effectLst>
        </p:spPr>
      </p:pic>
      <p:sp>
        <p:nvSpPr>
          <p:cNvPr id="179" name="Oval"/>
          <p:cNvSpPr>
            <a:spLocks/>
          </p:cNvSpPr>
          <p:nvPr/>
        </p:nvSpPr>
        <p:spPr>
          <a:xfrm>
            <a:off x="2724939" y="4237952"/>
            <a:ext cx="2699309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Routine Indent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Mobile Layout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80" name="Rectangles"/>
          <p:cNvSpPr>
            <a:spLocks/>
          </p:cNvSpPr>
          <p:nvPr/>
        </p:nvSpPr>
        <p:spPr>
          <a:xfrm>
            <a:off x="5241957" y="1809947"/>
            <a:ext cx="2610570" cy="360606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81" name="Rectangles"/>
          <p:cNvSpPr>
            <a:spLocks/>
          </p:cNvSpPr>
          <p:nvPr/>
        </p:nvSpPr>
        <p:spPr>
          <a:xfrm>
            <a:off x="8971692" y="4675413"/>
            <a:ext cx="2726971" cy="92333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User can flag items with Short Expiry to be recorded/monitored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82" name="Elbow connector"/>
          <p:cNvCxnSpPr>
            <a:cxnSpLocks/>
            <a:stCxn id="180" idx="3"/>
            <a:endCxn id="181" idx="1"/>
          </p:cNvCxnSpPr>
          <p:nvPr/>
        </p:nvCxnSpPr>
        <p:spPr>
          <a:xfrm>
            <a:off x="7852528" y="3612980"/>
            <a:ext cx="1119164" cy="1524098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99787665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55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15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56" name="Oval"/>
          <p:cNvSpPr>
            <a:spLocks/>
          </p:cNvSpPr>
          <p:nvPr/>
        </p:nvSpPr>
        <p:spPr>
          <a:xfrm>
            <a:off x="8872336" y="3909564"/>
            <a:ext cx="2699307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Urgent Indent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Filter atau Search dari Katalog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57" name="Rectangles"/>
          <p:cNvSpPr>
            <a:spLocks/>
          </p:cNvSpPr>
          <p:nvPr/>
        </p:nvSpPr>
        <p:spPr>
          <a:xfrm>
            <a:off x="2079695" y="1694488"/>
            <a:ext cx="5122383" cy="103928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58" name="Rectangles"/>
          <p:cNvSpPr>
            <a:spLocks/>
          </p:cNvSpPr>
          <p:nvPr/>
        </p:nvSpPr>
        <p:spPr>
          <a:xfrm>
            <a:off x="620355" y="3985201"/>
            <a:ext cx="2234152" cy="1200329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Pengguna boleh mencari ubat di Katalog bagi Inden Tambahan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59" name="Elbow connector"/>
          <p:cNvCxnSpPr>
            <a:cxnSpLocks/>
            <a:stCxn id="157" idx="2"/>
            <a:endCxn id="158" idx="0"/>
          </p:cNvCxnSpPr>
          <p:nvPr/>
        </p:nvCxnSpPr>
        <p:spPr>
          <a:xfrm rot="5400000">
            <a:off x="2563444" y="1907758"/>
            <a:ext cx="1251430" cy="2903456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751503562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87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16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88" name="Oval"/>
          <p:cNvSpPr>
            <a:spLocks/>
          </p:cNvSpPr>
          <p:nvPr/>
        </p:nvSpPr>
        <p:spPr>
          <a:xfrm>
            <a:off x="7488686" y="4098100"/>
            <a:ext cx="2699308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Kew.PS-6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Ubat Hampir Luput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89" name="Rectangles"/>
          <p:cNvSpPr>
            <a:spLocks/>
          </p:cNvSpPr>
          <p:nvPr/>
        </p:nvSpPr>
        <p:spPr>
          <a:xfrm>
            <a:off x="2139886" y="1847654"/>
            <a:ext cx="9797560" cy="21105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90" name="Rectangles"/>
          <p:cNvSpPr>
            <a:spLocks/>
          </p:cNvSpPr>
          <p:nvPr/>
        </p:nvSpPr>
        <p:spPr>
          <a:xfrm>
            <a:off x="2139886" y="4833295"/>
            <a:ext cx="2721534" cy="11868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User can view and monitor Short Exp items and export to excel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191" name="Elbow connector"/>
          <p:cNvCxnSpPr>
            <a:cxnSpLocks/>
            <a:stCxn id="189" idx="2"/>
            <a:endCxn id="190" idx="3"/>
          </p:cNvCxnSpPr>
          <p:nvPr/>
        </p:nvCxnSpPr>
        <p:spPr>
          <a:xfrm rot="5400000">
            <a:off x="5281655" y="3537947"/>
            <a:ext cx="1336776" cy="2177246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2049682047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96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17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197" name="Oval"/>
          <p:cNvSpPr>
            <a:spLocks/>
          </p:cNvSpPr>
          <p:nvPr/>
        </p:nvSpPr>
        <p:spPr>
          <a:xfrm>
            <a:off x="446862" y="3713151"/>
            <a:ext cx="2699309" cy="2619982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Routine Indent Summary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Semak sebelum hantar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198" name="Rectangles"/>
          <p:cNvSpPr>
            <a:spLocks/>
          </p:cNvSpPr>
          <p:nvPr/>
        </p:nvSpPr>
        <p:spPr>
          <a:xfrm>
            <a:off x="9893673" y="1725105"/>
            <a:ext cx="1677969" cy="421378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199" name="Rectangles"/>
          <p:cNvSpPr>
            <a:spLocks/>
          </p:cNvSpPr>
          <p:nvPr/>
        </p:nvSpPr>
        <p:spPr>
          <a:xfrm>
            <a:off x="5194171" y="5871470"/>
            <a:ext cx="3626661" cy="92333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For Routine Indent, user can double check and edit qty before submitting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200" name="Elbow connector"/>
          <p:cNvCxnSpPr>
            <a:cxnSpLocks/>
            <a:stCxn id="198" idx="1"/>
            <a:endCxn id="199" idx="3"/>
          </p:cNvCxnSpPr>
          <p:nvPr/>
        </p:nvCxnSpPr>
        <p:spPr>
          <a:xfrm rot="10800000" flipV="1">
            <a:off x="8820833" y="3831995"/>
            <a:ext cx="1072838" cy="2501139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188579063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05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18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206" name="Oval"/>
          <p:cNvSpPr>
            <a:spLocks/>
          </p:cNvSpPr>
          <p:nvPr/>
        </p:nvSpPr>
        <p:spPr>
          <a:xfrm>
            <a:off x="6096000" y="3763038"/>
            <a:ext cx="2699309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Indent Cart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Issuer – Staff Stor Unit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207" name="Rectangles"/>
          <p:cNvSpPr>
            <a:spLocks/>
          </p:cNvSpPr>
          <p:nvPr/>
        </p:nvSpPr>
        <p:spPr>
          <a:xfrm>
            <a:off x="84840" y="3289955"/>
            <a:ext cx="1677971" cy="895546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208" name="Rectangles"/>
          <p:cNvSpPr>
            <a:spLocks/>
          </p:cNvSpPr>
          <p:nvPr/>
        </p:nvSpPr>
        <p:spPr>
          <a:xfrm>
            <a:off x="1500765" y="4564335"/>
            <a:ext cx="2234151" cy="6534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Issuer Account have extra menu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209" name="Elbow connector"/>
          <p:cNvCxnSpPr>
            <a:cxnSpLocks/>
            <a:stCxn id="207" idx="2"/>
            <a:endCxn id="208" idx="1"/>
          </p:cNvCxnSpPr>
          <p:nvPr/>
        </p:nvCxnSpPr>
        <p:spPr>
          <a:xfrm rot="16200000" flipH="1">
            <a:off x="861296" y="4248032"/>
            <a:ext cx="701998" cy="576938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  <p:sp>
        <p:nvSpPr>
          <p:cNvPr id="210" name="Rectangles"/>
          <p:cNvSpPr>
            <a:spLocks/>
          </p:cNvSpPr>
          <p:nvPr/>
        </p:nvSpPr>
        <p:spPr>
          <a:xfrm>
            <a:off x="2077702" y="970959"/>
            <a:ext cx="4820999" cy="22693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211" name="Rectangles"/>
          <p:cNvSpPr>
            <a:spLocks/>
          </p:cNvSpPr>
          <p:nvPr/>
        </p:nvSpPr>
        <p:spPr>
          <a:xfrm>
            <a:off x="9122490" y="2445066"/>
            <a:ext cx="2234152" cy="2787015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Submitted Indent will appear in Issuer Menu – Issuer can edit and/or remove items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And able to export/download as pdf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212" name="Elbow connector"/>
          <p:cNvCxnSpPr>
            <a:cxnSpLocks/>
            <a:stCxn id="210" idx="3"/>
            <a:endCxn id="211" idx="1"/>
          </p:cNvCxnSpPr>
          <p:nvPr/>
        </p:nvCxnSpPr>
        <p:spPr>
          <a:xfrm>
            <a:off x="6898703" y="2105610"/>
            <a:ext cx="2223787" cy="1632118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204346853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19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217" name="Oval"/>
          <p:cNvSpPr>
            <a:spLocks/>
          </p:cNvSpPr>
          <p:nvPr/>
        </p:nvSpPr>
        <p:spPr>
          <a:xfrm>
            <a:off x="7577492" y="3065400"/>
            <a:ext cx="2699307" cy="2619981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Kew.PS-8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Roboto Slab" charset="0"/>
                <a:sym typeface="Source Sans Pro" charset="0"/>
              </a:rPr>
              <a:t>Dicetak untuk tujuan dokumentasi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pic>
        <p:nvPicPr>
          <p:cNvPr id="218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28243" y="237359"/>
            <a:ext cx="4520205" cy="61604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9098128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23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20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224" name="Oval"/>
          <p:cNvSpPr>
            <a:spLocks/>
          </p:cNvSpPr>
          <p:nvPr/>
        </p:nvSpPr>
        <p:spPr>
          <a:xfrm>
            <a:off x="5669312" y="3343958"/>
            <a:ext cx="2699308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Indent Records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Pantau rekod inden sebelumnya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343814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29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21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230" name="Oval"/>
          <p:cNvSpPr>
            <a:spLocks/>
          </p:cNvSpPr>
          <p:nvPr/>
        </p:nvSpPr>
        <p:spPr>
          <a:xfrm>
            <a:off x="254555" y="4098101"/>
            <a:ext cx="2699309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Indent Records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Fungsi Search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  <p:sp>
        <p:nvSpPr>
          <p:cNvPr id="231" name="Rectangles"/>
          <p:cNvSpPr>
            <a:spLocks/>
          </p:cNvSpPr>
          <p:nvPr/>
        </p:nvSpPr>
        <p:spPr>
          <a:xfrm>
            <a:off x="2111604" y="1574276"/>
            <a:ext cx="5684363" cy="106522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</a:ln>
        </p:spPr>
      </p:sp>
      <p:sp>
        <p:nvSpPr>
          <p:cNvPr id="232" name="Rectangles"/>
          <p:cNvSpPr>
            <a:spLocks/>
          </p:cNvSpPr>
          <p:nvPr/>
        </p:nvSpPr>
        <p:spPr>
          <a:xfrm>
            <a:off x="8555448" y="1716175"/>
            <a:ext cx="3049894" cy="92333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宋体" charset="0"/>
                <a:cs typeface="Arial" charset="0"/>
              </a:rPr>
              <a:t>User can search or view previous Indent Records to monitor usage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charset="0"/>
              <a:ea typeface="宋体" charset="0"/>
              <a:cs typeface="Arial" charset="0"/>
            </a:endParaRPr>
          </a:p>
        </p:txBody>
      </p:sp>
      <p:cxnSp>
        <p:nvCxnSpPr>
          <p:cNvPr id="233" name="Elbow connector"/>
          <p:cNvCxnSpPr>
            <a:cxnSpLocks/>
            <a:stCxn id="231" idx="3"/>
            <a:endCxn id="232" idx="0"/>
          </p:cNvCxnSpPr>
          <p:nvPr/>
        </p:nvCxnSpPr>
        <p:spPr>
          <a:xfrm rot="21600000" flipV="1">
            <a:off x="7795967" y="1716175"/>
            <a:ext cx="2284429" cy="390716"/>
          </a:xfrm>
          <a:prstGeom prst="bentConnector4">
            <a:avLst>
              <a:gd name="adj1" fmla="val 16615"/>
              <a:gd name="adj2" fmla="val 194814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128694215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38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22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239" name="Oval"/>
          <p:cNvSpPr>
            <a:spLocks/>
          </p:cNvSpPr>
          <p:nvPr/>
        </p:nvSpPr>
        <p:spPr>
          <a:xfrm>
            <a:off x="6225494" y="308526"/>
            <a:ext cx="2699309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Admin Panel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Roboto Slab" charset="0"/>
                <a:sym typeface="Source Sans Pro" charset="0"/>
              </a:rPr>
              <a:t>Create New User or Edit Existing Users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7186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44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121900" tIns="121900" rIns="121900" bIns="121900" anchor="t" anchorCtr="0">
            <a:prstTxWarp prst="textNoShape">
              <a:avLst/>
            </a:prstTxWarp>
          </a:bodyPr>
          <a:lstStyle/>
          <a:p>
            <a:pPr marL="0" indent="0" algn="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CAD2D6BD-DE1B-4B5F-8B41-2702339687B9}" type="slidenum">
              <a:rPr lang="en-US" altLang="zh-CN" sz="1733" b="1" i="0" u="none" strike="noStrike" kern="0" cap="none" spc="0" baseline="0">
                <a:solidFill>
                  <a:srgbClr val="0091EA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23</a:t>
            </a:fld>
            <a:endParaRPr lang="zh-CN" altLang="en-US" sz="1733" b="1" i="0" u="none" strike="noStrike" kern="0" cap="none" spc="0" baseline="0">
              <a:solidFill>
                <a:srgbClr val="0091EA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  <p:sp>
        <p:nvSpPr>
          <p:cNvPr id="245" name="Oval"/>
          <p:cNvSpPr>
            <a:spLocks/>
          </p:cNvSpPr>
          <p:nvPr/>
        </p:nvSpPr>
        <p:spPr>
          <a:xfrm>
            <a:off x="6904224" y="3975551"/>
            <a:ext cx="2699308" cy="2619983"/>
          </a:xfrm>
          <a:prstGeom prst="ellipse">
            <a:avLst/>
          </a:prstGeom>
          <a:solidFill>
            <a:srgbClr val="000000">
              <a:alpha val="67000"/>
            </a:srgbClr>
          </a:solidFill>
          <a:ln w="9525" cap="flat" cmpd="sng">
            <a:solidFill>
              <a:srgbClr val="FF0000"/>
            </a:solidFill>
            <a:prstDash val="dash"/>
            <a:round/>
          </a:ln>
        </p:spPr>
        <p:txBody>
          <a:bodyPr vert="horz" wrap="square" lIns="121900" tIns="121900" rIns="121900" bIns="121900" anchor="ctr" anchorCtr="0">
            <a:prstTxWarp prst="textNoShape">
              <a:avLst/>
            </a:prstTxWarp>
          </a:bodyPr>
          <a:lstStyle/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3" b="1" i="0" u="none" strike="noStrike" kern="0" cap="none" spc="0" baseline="0">
                <a:solidFill>
                  <a:srgbClr val="FFFFFF"/>
                </a:solidFill>
                <a:latin typeface="Roboto Slab" charset="0"/>
                <a:ea typeface="Roboto Slab" charset="0"/>
                <a:cs typeface="Roboto Slab" charset="0"/>
                <a:sym typeface="Roboto Slab" charset="0"/>
              </a:rPr>
              <a:t>Admin Panel</a:t>
            </a:r>
            <a:endParaRPr lang="en-US" altLang="zh-CN" sz="2400" b="1" i="0" u="none" strike="noStrike" kern="0" cap="none" spc="0" baseline="0">
              <a:solidFill>
                <a:srgbClr val="FFFF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  <a:p>
            <a:pPr marL="0" indent="0" algn="ctr" defTabSz="12190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0" cap="none" spc="0" baseline="0">
                <a:solidFill>
                  <a:srgbClr val="C8EAFF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Add or Edit Drugs</a:t>
            </a:r>
            <a:endParaRPr lang="zh-CN" altLang="en-US" sz="1600" b="0" i="1" u="none" strike="noStrike" kern="0" cap="none" spc="0" baseline="0">
              <a:solidFill>
                <a:srgbClr val="C8EAFF"/>
              </a:solidFill>
              <a:latin typeface="Roboto Slab" charset="0"/>
              <a:ea typeface="Roboto Slab" charset="0"/>
              <a:cs typeface="Roboto Slab" charset="0"/>
              <a:sym typeface="Roboto Slab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1603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box" descr="Double tap to add title&#10;"/>
          <p:cNvSpPr>
            <a:spLocks noGrp="1"/>
          </p:cNvSpPr>
          <p:nvPr>
            <p:ph type="ctrTitle"/>
          </p:nvPr>
        </p:nvSpPr>
        <p:spPr>
          <a:xfrm>
            <a:off x="916786" y="2131167"/>
            <a:ext cx="10367842" cy="146877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KEBERHASILAN PROJEK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657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box" descr="Double tap to add title&#10;"/>
          <p:cNvSpPr>
            <a:spLocks noGrp="1"/>
          </p:cNvSpPr>
          <p:nvPr>
            <p:ph type="title"/>
          </p:nvPr>
        </p:nvSpPr>
        <p:spPr>
          <a:xfrm>
            <a:off x="609590" y="273595"/>
            <a:ext cx="10977433" cy="114478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BILANGAN INDEN DAN ITEM</a:t>
            </a:r>
            <a:br>
              <a:rPr lang="zh-CN" altLang="en-US"/>
            </a:br>
            <a:r>
              <a:rPr lang="en-US" altLang="zh-CN" sz="2400"/>
              <a:t>SEBELUM DAN SELEPAS PROJEK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323" name="Text box" descr="Double tap to add text here&#10;"/>
          <p:cNvSpPr>
            <a:spLocks noGrp="1"/>
          </p:cNvSpPr>
          <p:nvPr>
            <p:ph type="body" idx="1"/>
          </p:nvPr>
        </p:nvSpPr>
        <p:spPr>
          <a:xfrm>
            <a:off x="609590" y="1601975"/>
            <a:ext cx="10977433" cy="45287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017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box"/>
          <p:cNvSpPr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0" cap="none" spc="0" baseline="0">
                <a:solidFill>
                  <a:srgbClr val="558ED5"/>
                </a:solidFill>
                <a:latin typeface="Arial" charset="0"/>
                <a:ea typeface="Arial" charset="0"/>
                <a:cs typeface="Lucida Sans" charset="0"/>
              </a:rPr>
              <a:t>KELEBIHAN SISTEM</a:t>
            </a:r>
            <a:endParaRPr lang="zh-CN" altLang="en-US" sz="32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250" name="Text box"/>
          <p:cNvSpPr>
            <a:spLocks noGrp="1"/>
          </p:cNvSpPr>
          <p:nvPr>
            <p:ph type="body" idx="1"/>
          </p:nvPr>
        </p:nvSpPr>
        <p:spPr>
          <a:xfrm>
            <a:off x="478971" y="1447800"/>
            <a:ext cx="11146973" cy="49992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marL="609219" indent="-50787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Droid Sans" charset="0"/>
              <a:buChar char="◎"/>
            </a:pPr>
            <a:r>
              <a:rPr lang="en-US" altLang="zh-CN" sz="26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Cara inden yang </a:t>
            </a:r>
            <a:r>
              <a:rPr lang="en-US" altLang="zh-CN" sz="2600" b="1" i="0" u="none" strike="noStrike" kern="0" cap="none" spc="0" baseline="0">
                <a:solidFill>
                  <a:srgbClr val="FF0000"/>
                </a:solidFill>
                <a:latin typeface="Arial" charset="0"/>
                <a:ea typeface="Arial" charset="0"/>
                <a:cs typeface="Lucida Sans" charset="0"/>
              </a:rPr>
              <a:t>menggunakan telefon bimbit </a:t>
            </a:r>
            <a:r>
              <a:rPr lang="en-US" altLang="zh-CN" sz="26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lebih memudahkan PPF yang bertugas di kaunter yang sibuk di mana mereka boleh melakukan semakan baki stok and inden stok ikut kesesuaian masa masing-masing. </a:t>
            </a:r>
          </a:p>
          <a:p>
            <a:pPr marL="609219" indent="-50787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Droid Sans" charset="0"/>
              <a:buChar char="◎"/>
            </a:pPr>
            <a:r>
              <a:rPr lang="en-US" altLang="zh-CN" sz="2600" b="1" i="0" u="none" strike="noStrike" kern="0" cap="none" spc="0" baseline="0">
                <a:solidFill>
                  <a:srgbClr val="FF0000"/>
                </a:solidFill>
                <a:latin typeface="Arial" charset="0"/>
                <a:ea typeface="Arial" charset="0"/>
                <a:cs typeface="Lucida Sans" charset="0"/>
              </a:rPr>
              <a:t>Senarai ubat yang lengkap mengikut lokasi penyimpanan </a:t>
            </a:r>
            <a:r>
              <a:rPr lang="en-US" altLang="zh-CN" sz="26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di kaunter dapat memastikan PPF yang menjaga stok kaunter tidak akan terlepas item semasa membuat inden. </a:t>
            </a:r>
          </a:p>
          <a:p>
            <a:pPr marL="609219" indent="-50787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Droid Sans" charset="0"/>
              <a:buChar char="◎"/>
            </a:pPr>
            <a:r>
              <a:rPr lang="en-US" altLang="zh-CN" sz="2600" b="1" i="0" u="none" strike="noStrike" kern="0" cap="none" spc="0" baseline="0">
                <a:solidFill>
                  <a:srgbClr val="FF0000"/>
                </a:solidFill>
                <a:latin typeface="Arial" charset="0"/>
                <a:ea typeface="Arial" charset="0"/>
                <a:cs typeface="Lucida Sans" charset="0"/>
              </a:rPr>
              <a:t>Pemantauan stok stok tambahan </a:t>
            </a:r>
            <a:r>
              <a:rPr lang="en-US" altLang="zh-CN" sz="2600" b="1" i="1" u="none" strike="noStrike" kern="0" cap="none" spc="0" baseline="0">
                <a:solidFill>
                  <a:srgbClr val="FF0000"/>
                </a:solidFill>
                <a:latin typeface="Arial" charset="0"/>
                <a:ea typeface="Arial" charset="0"/>
                <a:cs typeface="Lucida Sans" charset="0"/>
              </a:rPr>
              <a:t>urgent </a:t>
            </a:r>
            <a:r>
              <a:rPr lang="en-US" altLang="zh-CN" sz="26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membolehkan Pegawai yang menjaga stor unit untuk mengemaskini kegunaan stok dari semasa ke semasa.</a:t>
            </a:r>
            <a:endParaRPr lang="zh-CN" altLang="en-US" sz="26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251" name="Rectangles"/>
          <p:cNvSpPr>
            <a:spLocks noGrp="1"/>
          </p:cNvSpPr>
          <p:nvPr>
            <p:ph type="sldNum" idx="12"/>
          </p:nvPr>
        </p:nvSpPr>
        <p:spPr>
          <a:xfrm>
            <a:off x="11205846" y="6333135"/>
            <a:ext cx="731600" cy="5248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733" b="1" i="0" u="none" strike="noStrike" kern="1200" cap="none" spc="0" baseline="0">
                <a:solidFill>
                  <a:schemeClr val="accent1"/>
                </a:solidFill>
                <a:latin typeface="Source Sans Pro" charset="0"/>
                <a:ea typeface="Source Sans Pro" charset="0"/>
                <a:cs typeface="Source Sans Pro" charset="0"/>
                <a:sym typeface="Source Sans Pro" charset="0"/>
              </a:rPr>
              <a:t>26</a:t>
            </a:fld>
            <a:endParaRPr lang="zh-CN" altLang="en-US" sz="1733" b="1" i="0" u="none" strike="noStrike" kern="1200" cap="none" spc="0" baseline="0">
              <a:solidFill>
                <a:schemeClr val="accent1"/>
              </a:solidFill>
              <a:latin typeface="Source Sans Pro" charset="0"/>
              <a:ea typeface="Source Sans Pro" charset="0"/>
              <a:cs typeface="Source Sans Pro" charset="0"/>
              <a:sym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47406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box"/>
          <p:cNvSpPr>
            <a:spLocks noGrp="1"/>
          </p:cNvSpPr>
          <p:nvPr>
            <p:ph type="body" idx="1"/>
          </p:nvPr>
        </p:nvSpPr>
        <p:spPr>
          <a:xfrm>
            <a:off x="295090" y="339509"/>
            <a:ext cx="11601635" cy="7242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0" cap="none" spc="0" baseline="0">
                <a:solidFill>
                  <a:srgbClr val="262626"/>
                </a:solidFill>
                <a:latin typeface="Arial" charset="0"/>
                <a:ea typeface="Arial" charset="0"/>
                <a:cs typeface="Arial" charset="0"/>
              </a:rPr>
              <a:t>KELEBIHAN SISTEM</a:t>
            </a:r>
            <a:endParaRPr lang="zh-CN" altLang="en-US" sz="5400" b="0" i="0" u="none" strike="noStrike" kern="0" cap="none" spc="0" baseline="0">
              <a:solidFill>
                <a:srgbClr val="262626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grpSp>
        <p:nvGrpSpPr>
          <p:cNvPr id="281" name="Combination"/>
          <p:cNvGrpSpPr>
            <a:grpSpLocks/>
          </p:cNvGrpSpPr>
          <p:nvPr/>
        </p:nvGrpSpPr>
        <p:grpSpPr>
          <a:xfrm>
            <a:off x="5272136" y="2916118"/>
            <a:ext cx="1627514" cy="2579390"/>
            <a:chOff x="5272136" y="2916118"/>
            <a:chExt cx="1627514" cy="2579390"/>
          </a:xfrm>
        </p:grpSpPr>
        <p:sp>
          <p:nvSpPr>
            <p:cNvPr id="276" name="曲线"/>
            <p:cNvSpPr>
              <a:spLocks/>
            </p:cNvSpPr>
            <p:nvPr/>
          </p:nvSpPr>
          <p:spPr>
            <a:xfrm>
              <a:off x="5272136" y="2916118"/>
              <a:ext cx="1627514" cy="188603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16763" y="0"/>
                    <a:pt x="21600" y="4143"/>
                    <a:pt x="21600" y="9256"/>
                  </a:cubicBezTo>
                  <a:cubicBezTo>
                    <a:pt x="21600" y="11282"/>
                    <a:pt x="20839" y="13156"/>
                    <a:pt x="19530" y="14666"/>
                  </a:cubicBezTo>
                  <a:lnTo>
                    <a:pt x="19563" y="14666"/>
                  </a:lnTo>
                  <a:cubicBezTo>
                    <a:pt x="17851" y="16427"/>
                    <a:pt x="16517" y="18820"/>
                    <a:pt x="15763" y="21600"/>
                  </a:cubicBezTo>
                  <a:lnTo>
                    <a:pt x="5835" y="21600"/>
                  </a:lnTo>
                  <a:cubicBezTo>
                    <a:pt x="5081" y="18820"/>
                    <a:pt x="3746" y="16427"/>
                    <a:pt x="2036" y="14666"/>
                  </a:cubicBezTo>
                  <a:lnTo>
                    <a:pt x="2068" y="14666"/>
                  </a:lnTo>
                  <a:cubicBezTo>
                    <a:pt x="759" y="13156"/>
                    <a:pt x="0" y="11282"/>
                    <a:pt x="0" y="9256"/>
                  </a:cubicBezTo>
                  <a:cubicBezTo>
                    <a:pt x="0" y="4143"/>
                    <a:pt x="4835" y="0"/>
                    <a:pt x="10800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>
              <a:noFill/>
              <a:prstDash val="solid"/>
              <a:round/>
            </a:ln>
          </p:spPr>
        </p:sp>
        <p:grpSp>
          <p:nvGrpSpPr>
            <p:cNvPr id="280" name="Combination"/>
            <p:cNvGrpSpPr>
              <a:grpSpLocks/>
            </p:cNvGrpSpPr>
            <p:nvPr/>
          </p:nvGrpSpPr>
          <p:grpSpPr>
            <a:xfrm>
              <a:off x="5679060" y="4883862"/>
              <a:ext cx="813665" cy="611646"/>
              <a:chOff x="5679060" y="4883862"/>
              <a:chExt cx="813665" cy="611646"/>
            </a:xfrm>
          </p:grpSpPr>
          <p:sp>
            <p:nvSpPr>
              <p:cNvPr id="277" name="Rounded rectangle"/>
              <p:cNvSpPr>
                <a:spLocks/>
              </p:cNvSpPr>
              <p:nvPr/>
            </p:nvSpPr>
            <p:spPr>
              <a:xfrm>
                <a:off x="5679060" y="4883862"/>
                <a:ext cx="813665" cy="179621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12700" cap="flat" cmpd="sng">
                <a:noFill/>
                <a:prstDash val="solid"/>
                <a:round/>
              </a:ln>
            </p:spPr>
          </p:sp>
          <p:sp>
            <p:nvSpPr>
              <p:cNvPr id="278" name="Rounded rectangle"/>
              <p:cNvSpPr>
                <a:spLocks/>
              </p:cNvSpPr>
              <p:nvPr/>
            </p:nvSpPr>
            <p:spPr>
              <a:xfrm>
                <a:off x="5679060" y="5128832"/>
                <a:ext cx="813665" cy="179621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12700" cap="flat" cmpd="sng">
                <a:noFill/>
                <a:prstDash val="solid"/>
                <a:round/>
              </a:ln>
            </p:spPr>
          </p:sp>
          <p:sp>
            <p:nvSpPr>
              <p:cNvPr id="279" name="曲线"/>
              <p:cNvSpPr>
                <a:spLocks/>
              </p:cNvSpPr>
              <p:nvPr/>
            </p:nvSpPr>
            <p:spPr>
              <a:xfrm>
                <a:off x="5754032" y="5373804"/>
                <a:ext cx="663722" cy="121704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cxnLst/>
                <a:rect l="T1" t="T2" r="T3" b="T4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cubicBezTo>
                      <a:pt x="18709" y="13607"/>
                      <a:pt x="14926" y="21600"/>
                      <a:pt x="10799" y="21600"/>
                    </a:cubicBezTo>
                    <a:cubicBezTo>
                      <a:pt x="6671" y="21600"/>
                      <a:pt x="2889" y="1360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>
                <a:noFill/>
                <a:prstDash val="solid"/>
                <a:round/>
              </a:ln>
            </p:spPr>
          </p:sp>
        </p:grpSp>
      </p:grpSp>
      <p:sp>
        <p:nvSpPr>
          <p:cNvPr id="282" name="六边形"/>
          <p:cNvSpPr>
            <a:spLocks/>
          </p:cNvSpPr>
          <p:nvPr/>
        </p:nvSpPr>
        <p:spPr>
          <a:xfrm>
            <a:off x="6841600" y="1877231"/>
            <a:ext cx="1258611" cy="1077732"/>
          </a:xfrm>
          <a:prstGeom prst="hexagon">
            <a:avLst>
              <a:gd name="adj" fmla="val 24989"/>
              <a:gd name="vf" fmla="val 115470"/>
            </a:avLst>
          </a:prstGeom>
          <a:solidFill>
            <a:srgbClr val="FFFFFF">
              <a:alpha val="30000"/>
            </a:srgbClr>
          </a:solidFill>
          <a:ln w="38100" cap="flat" cmpd="sng">
            <a:solidFill>
              <a:srgbClr val="0085F2"/>
            </a:solidFill>
            <a:prstDash val="solid"/>
            <a:miter/>
          </a:ln>
        </p:spPr>
      </p:sp>
      <p:sp>
        <p:nvSpPr>
          <p:cNvPr id="283" name="六边形"/>
          <p:cNvSpPr>
            <a:spLocks/>
          </p:cNvSpPr>
          <p:nvPr/>
        </p:nvSpPr>
        <p:spPr>
          <a:xfrm>
            <a:off x="7392146" y="3386741"/>
            <a:ext cx="1258611" cy="1077732"/>
          </a:xfrm>
          <a:prstGeom prst="hexagon">
            <a:avLst>
              <a:gd name="adj" fmla="val 24989"/>
              <a:gd name="vf" fmla="val 115470"/>
            </a:avLst>
          </a:prstGeom>
          <a:solidFill>
            <a:srgbClr val="FFFFFF">
              <a:alpha val="10000"/>
            </a:srgbClr>
          </a:solidFill>
          <a:ln w="38100" cap="flat" cmpd="sng">
            <a:solidFill>
              <a:srgbClr val="0AA6ED"/>
            </a:solidFill>
            <a:prstDash val="solid"/>
            <a:miter/>
          </a:ln>
        </p:spPr>
      </p:sp>
      <p:sp>
        <p:nvSpPr>
          <p:cNvPr id="284" name="六边形"/>
          <p:cNvSpPr>
            <a:spLocks/>
          </p:cNvSpPr>
          <p:nvPr/>
        </p:nvSpPr>
        <p:spPr>
          <a:xfrm>
            <a:off x="6841600" y="4896250"/>
            <a:ext cx="1258611" cy="1077731"/>
          </a:xfrm>
          <a:prstGeom prst="hexagon">
            <a:avLst>
              <a:gd name="adj" fmla="val 24989"/>
              <a:gd name="vf" fmla="val 115470"/>
            </a:avLst>
          </a:prstGeom>
          <a:solidFill>
            <a:srgbClr val="FFFFFF">
              <a:alpha val="0"/>
            </a:srgbClr>
          </a:solidFill>
          <a:ln w="38100" cap="flat" cmpd="sng">
            <a:solidFill>
              <a:srgbClr val="02ECEC"/>
            </a:solidFill>
            <a:prstDash val="solid"/>
            <a:miter/>
          </a:ln>
        </p:spPr>
      </p:sp>
      <p:sp>
        <p:nvSpPr>
          <p:cNvPr id="285" name="六边形"/>
          <p:cNvSpPr>
            <a:spLocks/>
          </p:cNvSpPr>
          <p:nvPr/>
        </p:nvSpPr>
        <p:spPr>
          <a:xfrm flipH="1">
            <a:off x="4190266" y="1875787"/>
            <a:ext cx="1258610" cy="1077733"/>
          </a:xfrm>
          <a:prstGeom prst="hexagon">
            <a:avLst>
              <a:gd name="adj" fmla="val 24989"/>
              <a:gd name="vf" fmla="val 115470"/>
            </a:avLst>
          </a:prstGeom>
          <a:solidFill>
            <a:srgbClr val="FFFFFF">
              <a:alpha val="0"/>
            </a:srgbClr>
          </a:solidFill>
          <a:ln w="38100" cap="flat" cmpd="sng">
            <a:solidFill>
              <a:srgbClr val="02ECEC"/>
            </a:solidFill>
            <a:prstDash val="solid"/>
            <a:miter/>
          </a:ln>
        </p:spPr>
      </p:sp>
      <p:sp>
        <p:nvSpPr>
          <p:cNvPr id="286" name="六边形"/>
          <p:cNvSpPr>
            <a:spLocks/>
          </p:cNvSpPr>
          <p:nvPr/>
        </p:nvSpPr>
        <p:spPr>
          <a:xfrm flipH="1">
            <a:off x="3565629" y="3385297"/>
            <a:ext cx="1258609" cy="1077732"/>
          </a:xfrm>
          <a:prstGeom prst="hexagon">
            <a:avLst>
              <a:gd name="adj" fmla="val 24989"/>
              <a:gd name="vf" fmla="val 115470"/>
            </a:avLst>
          </a:prstGeom>
          <a:solidFill>
            <a:srgbClr val="FFFFFF">
              <a:alpha val="10000"/>
            </a:srgbClr>
          </a:solidFill>
          <a:ln w="38100" cap="flat" cmpd="sng">
            <a:solidFill>
              <a:srgbClr val="0AA6ED"/>
            </a:solidFill>
            <a:prstDash val="solid"/>
            <a:miter/>
          </a:ln>
        </p:spPr>
      </p:sp>
      <p:sp>
        <p:nvSpPr>
          <p:cNvPr id="287" name="六边形"/>
          <p:cNvSpPr>
            <a:spLocks/>
          </p:cNvSpPr>
          <p:nvPr/>
        </p:nvSpPr>
        <p:spPr>
          <a:xfrm flipH="1">
            <a:off x="4190266" y="4894806"/>
            <a:ext cx="1258610" cy="1077731"/>
          </a:xfrm>
          <a:prstGeom prst="hexagon">
            <a:avLst>
              <a:gd name="adj" fmla="val 24989"/>
              <a:gd name="vf" fmla="val 115470"/>
            </a:avLst>
          </a:prstGeom>
          <a:solidFill>
            <a:srgbClr val="FFFFFF">
              <a:alpha val="30000"/>
            </a:srgbClr>
          </a:solidFill>
          <a:ln w="38100" cap="flat" cmpd="sng">
            <a:solidFill>
              <a:srgbClr val="0085F2"/>
            </a:solidFill>
            <a:prstDash val="solid"/>
            <a:miter/>
          </a:ln>
        </p:spPr>
      </p:sp>
      <p:sp>
        <p:nvSpPr>
          <p:cNvPr id="288" name="Rectangles"/>
          <p:cNvSpPr>
            <a:spLocks/>
          </p:cNvSpPr>
          <p:nvPr/>
        </p:nvSpPr>
        <p:spPr>
          <a:xfrm>
            <a:off x="5431903" y="3523852"/>
            <a:ext cx="1296144" cy="567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0" cap="none" spc="0" baseline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Contents 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0" cap="none" spc="0" baseline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Title</a:t>
            </a:r>
            <a:endParaRPr lang="zh-CN" altLang="en-US" sz="1600" b="1" i="0" u="none" strike="noStrike" kern="0" cap="none" spc="0" baseline="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grpSp>
        <p:nvGrpSpPr>
          <p:cNvPr id="291" name="Combination"/>
          <p:cNvGrpSpPr>
            <a:grpSpLocks/>
          </p:cNvGrpSpPr>
          <p:nvPr/>
        </p:nvGrpSpPr>
        <p:grpSpPr>
          <a:xfrm>
            <a:off x="8225004" y="1957978"/>
            <a:ext cx="2730210" cy="912280"/>
            <a:chOff x="8225004" y="1957978"/>
            <a:chExt cx="2730210" cy="912280"/>
          </a:xfrm>
        </p:grpSpPr>
        <p:sp>
          <p:nvSpPr>
            <p:cNvPr id="289" name="Rectangles"/>
            <p:cNvSpPr>
              <a:spLocks/>
            </p:cNvSpPr>
            <p:nvPr/>
          </p:nvSpPr>
          <p:spPr>
            <a:xfrm>
              <a:off x="8225004" y="2235933"/>
              <a:ext cx="2730210" cy="63432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0" cap="none" spc="0" baseline="0">
                  <a:solidFill>
                    <a:srgbClr val="3F3F3F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You can simply impress your audience and add a unique zing and appeal to your Presentations. 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290" name="Rectangles"/>
            <p:cNvSpPr>
              <a:spLocks/>
            </p:cNvSpPr>
            <p:nvPr/>
          </p:nvSpPr>
          <p:spPr>
            <a:xfrm>
              <a:off x="8225004" y="1957978"/>
              <a:ext cx="2730210" cy="27237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ctr" anchorCtr="0">
              <a:prstTxWarp prst="textNoShape">
                <a:avLst/>
              </a:prstTxWarp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0" cap="none" spc="0" baseline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rPr>
                <a:t>Senarai Ikut Zon</a:t>
              </a:r>
              <a:endParaRPr lang="zh-CN" altLang="en-US" sz="1200" b="1" i="0" u="none" strike="noStrike" kern="0" cap="none" spc="0" baseline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</p:grpSp>
      <p:grpSp>
        <p:nvGrpSpPr>
          <p:cNvPr id="294" name="Combination"/>
          <p:cNvGrpSpPr>
            <a:grpSpLocks/>
          </p:cNvGrpSpPr>
          <p:nvPr/>
        </p:nvGrpSpPr>
        <p:grpSpPr>
          <a:xfrm>
            <a:off x="8776736" y="3465329"/>
            <a:ext cx="2730209" cy="912279"/>
            <a:chOff x="8776736" y="3465329"/>
            <a:chExt cx="2730209" cy="912279"/>
          </a:xfrm>
        </p:grpSpPr>
        <p:sp>
          <p:nvSpPr>
            <p:cNvPr id="292" name="Rectangles"/>
            <p:cNvSpPr>
              <a:spLocks/>
            </p:cNvSpPr>
            <p:nvPr/>
          </p:nvSpPr>
          <p:spPr>
            <a:xfrm>
              <a:off x="8776736" y="3743284"/>
              <a:ext cx="2730209" cy="63432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0" cap="none" spc="0" baseline="0">
                  <a:solidFill>
                    <a:srgbClr val="3F3F3F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You can simply impress your audience and add a unique zing and appeal to your Presentations. 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293" name="Rectangles"/>
            <p:cNvSpPr>
              <a:spLocks/>
            </p:cNvSpPr>
            <p:nvPr/>
          </p:nvSpPr>
          <p:spPr>
            <a:xfrm>
              <a:off x="8776736" y="3465329"/>
              <a:ext cx="2730209" cy="27237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ctr" anchorCtr="0">
              <a:prstTxWarp prst="textNoShape">
                <a:avLst/>
              </a:prstTxWarp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0" cap="none" spc="0" baseline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Senarai ubat ikut Unit Pengeluaran</a:t>
              </a:r>
              <a:endParaRPr lang="zh-CN" altLang="en-US" sz="1200" b="1" i="0" u="none" strike="noStrike" kern="0" cap="none" spc="0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</p:grpSp>
      <p:grpSp>
        <p:nvGrpSpPr>
          <p:cNvPr id="297" name="Combination"/>
          <p:cNvGrpSpPr>
            <a:grpSpLocks/>
          </p:cNvGrpSpPr>
          <p:nvPr/>
        </p:nvGrpSpPr>
        <p:grpSpPr>
          <a:xfrm>
            <a:off x="8225004" y="4982323"/>
            <a:ext cx="2730210" cy="912278"/>
            <a:chOff x="8225004" y="4982323"/>
            <a:chExt cx="2730210" cy="912278"/>
          </a:xfrm>
        </p:grpSpPr>
        <p:sp>
          <p:nvSpPr>
            <p:cNvPr id="295" name="Rectangles"/>
            <p:cNvSpPr>
              <a:spLocks/>
            </p:cNvSpPr>
            <p:nvPr/>
          </p:nvSpPr>
          <p:spPr>
            <a:xfrm>
              <a:off x="8225004" y="5260278"/>
              <a:ext cx="2730210" cy="63432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0" cap="none" spc="0" baseline="0">
                  <a:solidFill>
                    <a:srgbClr val="3F3F3F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You can simply impress your audience and add a unique zing and appeal to your Presentations. 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296" name="Rectangles"/>
            <p:cNvSpPr>
              <a:spLocks/>
            </p:cNvSpPr>
            <p:nvPr/>
          </p:nvSpPr>
          <p:spPr>
            <a:xfrm>
              <a:off x="8225004" y="4982323"/>
              <a:ext cx="2730210" cy="27237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ctr" anchorCtr="0">
              <a:prstTxWarp prst="textNoShape">
                <a:avLst/>
              </a:prstTxWarp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0" cap="none" spc="0" baseline="0">
                  <a:solidFill>
                    <a:schemeClr val="accent1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Add Text</a:t>
              </a:r>
              <a:endParaRPr lang="zh-CN" altLang="en-US" sz="1200" b="1" i="0" u="none" strike="noStrike" kern="0" cap="none" spc="0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</p:grpSp>
      <p:grpSp>
        <p:nvGrpSpPr>
          <p:cNvPr id="300" name="Combination"/>
          <p:cNvGrpSpPr>
            <a:grpSpLocks/>
          </p:cNvGrpSpPr>
          <p:nvPr/>
        </p:nvGrpSpPr>
        <p:grpSpPr>
          <a:xfrm>
            <a:off x="1362810" y="1881779"/>
            <a:ext cx="2730210" cy="578905"/>
            <a:chOff x="1362810" y="1881779"/>
            <a:chExt cx="2730210" cy="578905"/>
          </a:xfrm>
        </p:grpSpPr>
        <p:sp>
          <p:nvSpPr>
            <p:cNvPr id="298" name="Rectangles"/>
            <p:cNvSpPr>
              <a:spLocks/>
            </p:cNvSpPr>
            <p:nvPr/>
          </p:nvSpPr>
          <p:spPr>
            <a:xfrm>
              <a:off x="1362810" y="2159734"/>
              <a:ext cx="2730210" cy="30095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marL="0" indent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0" cap="none" spc="0" baseline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Jimat masa dan flexible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299" name="Rectangles"/>
            <p:cNvSpPr>
              <a:spLocks/>
            </p:cNvSpPr>
            <p:nvPr/>
          </p:nvSpPr>
          <p:spPr>
            <a:xfrm>
              <a:off x="1362810" y="1881779"/>
              <a:ext cx="2730210" cy="27237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ctr" anchorCtr="0">
              <a:prstTxWarp prst="textNoShape">
                <a:avLst/>
              </a:prstTxWarp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0" cap="none" spc="0" baseline="0">
                  <a:solidFill>
                    <a:schemeClr val="accent1"/>
                  </a:solidFill>
                  <a:latin typeface="Arial" charset="0"/>
                  <a:ea typeface="Arial" charset="0"/>
                  <a:cs typeface="Arial" charset="0"/>
                </a:rPr>
                <a:t>Penggunaan Telefon Bimbit</a:t>
              </a:r>
              <a:endParaRPr lang="zh-CN" altLang="en-US" sz="1200" b="1" i="0" u="none" strike="noStrike" kern="0" cap="none" spc="0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</p:grpSp>
      <p:grpSp>
        <p:nvGrpSpPr>
          <p:cNvPr id="303" name="Combination"/>
          <p:cNvGrpSpPr>
            <a:grpSpLocks/>
          </p:cNvGrpSpPr>
          <p:nvPr/>
        </p:nvGrpSpPr>
        <p:grpSpPr>
          <a:xfrm>
            <a:off x="737810" y="3465329"/>
            <a:ext cx="2730210" cy="912279"/>
            <a:chOff x="737810" y="3465329"/>
            <a:chExt cx="2730210" cy="912279"/>
          </a:xfrm>
        </p:grpSpPr>
        <p:sp>
          <p:nvSpPr>
            <p:cNvPr id="301" name="Rectangles"/>
            <p:cNvSpPr>
              <a:spLocks/>
            </p:cNvSpPr>
            <p:nvPr/>
          </p:nvSpPr>
          <p:spPr>
            <a:xfrm>
              <a:off x="737810" y="3743284"/>
              <a:ext cx="2730210" cy="63432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0" cap="none" spc="0" baseline="0">
                  <a:solidFill>
                    <a:srgbClr val="3F3F3F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You can simply impress your audience and add a unique zing and appeal to your Presentations .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02" name="Rectangles"/>
            <p:cNvSpPr>
              <a:spLocks/>
            </p:cNvSpPr>
            <p:nvPr/>
          </p:nvSpPr>
          <p:spPr>
            <a:xfrm>
              <a:off x="737810" y="3465329"/>
              <a:ext cx="2730210" cy="27237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ctr" anchorCtr="0">
              <a:prstTxWarp prst="textNoShape">
                <a:avLst/>
              </a:prstTxWarp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0" cap="none" spc="0" baseline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Pemantauan Inden Tambahan</a:t>
              </a:r>
              <a:endParaRPr lang="zh-CN" altLang="en-US" sz="1200" b="1" i="0" u="none" strike="noStrike" kern="0" cap="none" spc="0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</p:grpSp>
      <p:grpSp>
        <p:nvGrpSpPr>
          <p:cNvPr id="306" name="Combination"/>
          <p:cNvGrpSpPr>
            <a:grpSpLocks/>
          </p:cNvGrpSpPr>
          <p:nvPr/>
        </p:nvGrpSpPr>
        <p:grpSpPr>
          <a:xfrm>
            <a:off x="1362810" y="4982323"/>
            <a:ext cx="2730210" cy="912278"/>
            <a:chOff x="1362810" y="4982323"/>
            <a:chExt cx="2730210" cy="912278"/>
          </a:xfrm>
        </p:grpSpPr>
        <p:sp>
          <p:nvSpPr>
            <p:cNvPr id="304" name="Rectangles"/>
            <p:cNvSpPr>
              <a:spLocks/>
            </p:cNvSpPr>
            <p:nvPr/>
          </p:nvSpPr>
          <p:spPr>
            <a:xfrm>
              <a:off x="1362810" y="5260278"/>
              <a:ext cx="2730210" cy="63432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mar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0" i="0" u="none" strike="noStrike" kern="0" cap="none" spc="0" baseline="0">
                  <a:solidFill>
                    <a:srgbClr val="3F3F3F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You can simply impress your audience and add a unique zing and appeal to your Presentations. 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05" name="Rectangles"/>
            <p:cNvSpPr>
              <a:spLocks/>
            </p:cNvSpPr>
            <p:nvPr/>
          </p:nvSpPr>
          <p:spPr>
            <a:xfrm>
              <a:off x="1362810" y="4982323"/>
              <a:ext cx="2730210" cy="27237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ctr" anchorCtr="0">
              <a:prstTxWarp prst="textNoShape">
                <a:avLst/>
              </a:prstTxWarp>
              <a:spAutoFit/>
            </a:bodyPr>
            <a:lstStyle/>
            <a:p>
              <a:pPr mar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200" b="1" i="0" u="none" strike="noStrike" kern="0" cap="none" spc="0" baseline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Add Text</a:t>
              </a:r>
              <a:endParaRPr lang="zh-CN" altLang="en-US" sz="1200" b="1" i="0" u="none" strike="noStrike" kern="0" cap="none" spc="0" baseline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</p:grpSp>
      <p:sp>
        <p:nvSpPr>
          <p:cNvPr id="307" name="曲线"/>
          <p:cNvSpPr>
            <a:spLocks/>
          </p:cNvSpPr>
          <p:nvPr/>
        </p:nvSpPr>
        <p:spPr>
          <a:xfrm flipH="1">
            <a:off x="4030914" y="3753310"/>
            <a:ext cx="361766" cy="36176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0800" y="6982"/>
                </a:moveTo>
                <a:cubicBezTo>
                  <a:pt x="10371" y="6982"/>
                  <a:pt x="10024" y="7332"/>
                  <a:pt x="10024" y="7761"/>
                </a:cubicBezTo>
                <a:lnTo>
                  <a:pt x="10024" y="10877"/>
                </a:lnTo>
                <a:lnTo>
                  <a:pt x="6883" y="10877"/>
                </a:lnTo>
                <a:cubicBezTo>
                  <a:pt x="6456" y="10877"/>
                  <a:pt x="6110" y="11224"/>
                  <a:pt x="6110" y="11655"/>
                </a:cubicBezTo>
                <a:cubicBezTo>
                  <a:pt x="6110" y="12084"/>
                  <a:pt x="6456" y="12431"/>
                  <a:pt x="6883" y="12431"/>
                </a:cubicBezTo>
                <a:lnTo>
                  <a:pt x="10755" y="12431"/>
                </a:lnTo>
                <a:lnTo>
                  <a:pt x="10789" y="12425"/>
                </a:lnTo>
                <a:cubicBezTo>
                  <a:pt x="10793" y="12426"/>
                  <a:pt x="10796" y="12428"/>
                  <a:pt x="10800" y="12428"/>
                </a:cubicBezTo>
                <a:cubicBezTo>
                  <a:pt x="11226" y="12428"/>
                  <a:pt x="11574" y="12079"/>
                  <a:pt x="11574" y="11649"/>
                </a:cubicBezTo>
                <a:lnTo>
                  <a:pt x="11574" y="7761"/>
                </a:lnTo>
                <a:cubicBezTo>
                  <a:pt x="11574" y="7332"/>
                  <a:pt x="11226" y="6982"/>
                  <a:pt x="10800" y="6982"/>
                </a:cubicBezTo>
              </a:path>
              <a:path w="21600" h="21600">
                <a:moveTo>
                  <a:pt x="10800" y="4206"/>
                </a:moveTo>
                <a:cubicBezTo>
                  <a:pt x="14700" y="4206"/>
                  <a:pt x="17860" y="7384"/>
                  <a:pt x="17860" y="11302"/>
                </a:cubicBezTo>
                <a:cubicBezTo>
                  <a:pt x="17860" y="15220"/>
                  <a:pt x="14700" y="18396"/>
                  <a:pt x="10800" y="18396"/>
                </a:cubicBezTo>
                <a:cubicBezTo>
                  <a:pt x="6899" y="18396"/>
                  <a:pt x="3737" y="15220"/>
                  <a:pt x="3737" y="11302"/>
                </a:cubicBezTo>
                <a:cubicBezTo>
                  <a:pt x="3737" y="7384"/>
                  <a:pt x="6899" y="4206"/>
                  <a:pt x="10800" y="4206"/>
                </a:cubicBezTo>
              </a:path>
              <a:path w="21600" h="21600">
                <a:moveTo>
                  <a:pt x="10800" y="2840"/>
                </a:moveTo>
                <a:cubicBezTo>
                  <a:pt x="6147" y="2840"/>
                  <a:pt x="2376" y="6628"/>
                  <a:pt x="2376" y="11302"/>
                </a:cubicBezTo>
                <a:cubicBezTo>
                  <a:pt x="2376" y="14244"/>
                  <a:pt x="3872" y="16835"/>
                  <a:pt x="6142" y="18349"/>
                </a:cubicBezTo>
                <a:lnTo>
                  <a:pt x="4349" y="21600"/>
                </a:lnTo>
                <a:lnTo>
                  <a:pt x="6074" y="21600"/>
                </a:lnTo>
                <a:lnTo>
                  <a:pt x="7468" y="19071"/>
                </a:lnTo>
                <a:cubicBezTo>
                  <a:pt x="8489" y="19517"/>
                  <a:pt x="9615" y="19763"/>
                  <a:pt x="10800" y="19763"/>
                </a:cubicBezTo>
                <a:cubicBezTo>
                  <a:pt x="11983" y="19763"/>
                  <a:pt x="13110" y="19517"/>
                  <a:pt x="14131" y="19071"/>
                </a:cubicBezTo>
                <a:lnTo>
                  <a:pt x="15525" y="21600"/>
                </a:lnTo>
                <a:lnTo>
                  <a:pt x="17250" y="21600"/>
                </a:lnTo>
                <a:lnTo>
                  <a:pt x="15457" y="18349"/>
                </a:lnTo>
                <a:cubicBezTo>
                  <a:pt x="17727" y="16835"/>
                  <a:pt x="19222" y="14244"/>
                  <a:pt x="19222" y="11302"/>
                </a:cubicBezTo>
                <a:cubicBezTo>
                  <a:pt x="19222" y="6628"/>
                  <a:pt x="15451" y="2840"/>
                  <a:pt x="10800" y="2840"/>
                </a:cubicBezTo>
              </a:path>
              <a:path w="21600" h="21600">
                <a:moveTo>
                  <a:pt x="17317" y="823"/>
                </a:moveTo>
                <a:cubicBezTo>
                  <a:pt x="16216" y="807"/>
                  <a:pt x="15109" y="1206"/>
                  <a:pt x="14251" y="2027"/>
                </a:cubicBezTo>
                <a:lnTo>
                  <a:pt x="20364" y="8244"/>
                </a:lnTo>
                <a:cubicBezTo>
                  <a:pt x="22018" y="6539"/>
                  <a:pt x="22010" y="3817"/>
                  <a:pt x="20344" y="2122"/>
                </a:cubicBezTo>
                <a:cubicBezTo>
                  <a:pt x="19511" y="1274"/>
                  <a:pt x="18417" y="841"/>
                  <a:pt x="17317" y="823"/>
                </a:cubicBezTo>
              </a:path>
              <a:path w="21600" h="21600">
                <a:moveTo>
                  <a:pt x="4281" y="823"/>
                </a:moveTo>
                <a:cubicBezTo>
                  <a:pt x="3182" y="841"/>
                  <a:pt x="2088" y="1274"/>
                  <a:pt x="1255" y="2122"/>
                </a:cubicBezTo>
                <a:cubicBezTo>
                  <a:pt x="409" y="3817"/>
                  <a:pt x="418" y="6539"/>
                  <a:pt x="1234" y="8244"/>
                </a:cubicBezTo>
                <a:lnTo>
                  <a:pt x="7348" y="2027"/>
                </a:lnTo>
                <a:cubicBezTo>
                  <a:pt x="6488" y="1206"/>
                  <a:pt x="5383" y="807"/>
                  <a:pt x="4281" y="823"/>
                </a:cubicBezTo>
              </a:path>
              <a:path w="21600" h="21600">
                <a:moveTo>
                  <a:pt x="11473" y="0"/>
                </a:moveTo>
                <a:lnTo>
                  <a:pt x="10125" y="0"/>
                </a:lnTo>
                <a:cubicBezTo>
                  <a:pt x="9592" y="0"/>
                  <a:pt x="9160" y="432"/>
                  <a:pt x="9160" y="967"/>
                </a:cubicBezTo>
                <a:lnTo>
                  <a:pt x="9160" y="1936"/>
                </a:lnTo>
                <a:lnTo>
                  <a:pt x="12438" y="1936"/>
                </a:lnTo>
                <a:lnTo>
                  <a:pt x="12438" y="967"/>
                </a:lnTo>
                <a:cubicBezTo>
                  <a:pt x="12438" y="432"/>
                  <a:pt x="12007" y="0"/>
                  <a:pt x="11473" y="0"/>
                </a:cubicBezTo>
                <a:close/>
              </a:path>
            </a:pathLst>
          </a:custGeom>
          <a:solidFill>
            <a:schemeClr val="accent2"/>
          </a:solidFill>
          <a:ln cap="flat" cmpd="sng">
            <a:noFill/>
            <a:prstDash val="solid"/>
            <a:round/>
          </a:ln>
        </p:spPr>
      </p:sp>
      <p:sp>
        <p:nvSpPr>
          <p:cNvPr id="308" name="曲线"/>
          <p:cNvSpPr>
            <a:spLocks/>
          </p:cNvSpPr>
          <p:nvPr/>
        </p:nvSpPr>
        <p:spPr>
          <a:xfrm>
            <a:off x="7879178" y="3753310"/>
            <a:ext cx="317207" cy="316281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4799" y="18038"/>
                </a:moveTo>
                <a:cubicBezTo>
                  <a:pt x="4534" y="18038"/>
                  <a:pt x="4320" y="18254"/>
                  <a:pt x="4320" y="18520"/>
                </a:cubicBezTo>
                <a:cubicBezTo>
                  <a:pt x="4320" y="18786"/>
                  <a:pt x="4534" y="19002"/>
                  <a:pt x="4799" y="19002"/>
                </a:cubicBezTo>
                <a:lnTo>
                  <a:pt x="16798" y="19002"/>
                </a:lnTo>
                <a:cubicBezTo>
                  <a:pt x="17064" y="19002"/>
                  <a:pt x="17279" y="18786"/>
                  <a:pt x="17279" y="18520"/>
                </a:cubicBezTo>
                <a:cubicBezTo>
                  <a:pt x="17279" y="18254"/>
                  <a:pt x="17064" y="18038"/>
                  <a:pt x="16798" y="18038"/>
                </a:cubicBezTo>
              </a:path>
              <a:path w="21600" h="21600">
                <a:moveTo>
                  <a:pt x="4799" y="15823"/>
                </a:moveTo>
                <a:cubicBezTo>
                  <a:pt x="4534" y="15823"/>
                  <a:pt x="4320" y="16040"/>
                  <a:pt x="4320" y="16305"/>
                </a:cubicBezTo>
                <a:cubicBezTo>
                  <a:pt x="4320" y="16571"/>
                  <a:pt x="4534" y="16786"/>
                  <a:pt x="4799" y="16786"/>
                </a:cubicBezTo>
                <a:lnTo>
                  <a:pt x="16798" y="16786"/>
                </a:lnTo>
                <a:cubicBezTo>
                  <a:pt x="17064" y="16786"/>
                  <a:pt x="17279" y="16571"/>
                  <a:pt x="17279" y="16305"/>
                </a:cubicBezTo>
                <a:cubicBezTo>
                  <a:pt x="17279" y="16040"/>
                  <a:pt x="17064" y="15823"/>
                  <a:pt x="16798" y="15823"/>
                </a:cubicBezTo>
              </a:path>
              <a:path w="21600" h="21600">
                <a:moveTo>
                  <a:pt x="4799" y="13608"/>
                </a:moveTo>
                <a:cubicBezTo>
                  <a:pt x="4534" y="13608"/>
                  <a:pt x="4320" y="13825"/>
                  <a:pt x="4320" y="14091"/>
                </a:cubicBezTo>
                <a:cubicBezTo>
                  <a:pt x="4320" y="14356"/>
                  <a:pt x="4534" y="14572"/>
                  <a:pt x="4799" y="14572"/>
                </a:cubicBezTo>
                <a:lnTo>
                  <a:pt x="16798" y="14572"/>
                </a:lnTo>
                <a:cubicBezTo>
                  <a:pt x="17064" y="14572"/>
                  <a:pt x="17279" y="14356"/>
                  <a:pt x="17279" y="14091"/>
                </a:cubicBezTo>
                <a:cubicBezTo>
                  <a:pt x="17279" y="13825"/>
                  <a:pt x="17064" y="13608"/>
                  <a:pt x="16798" y="13608"/>
                </a:cubicBezTo>
              </a:path>
              <a:path w="21600" h="21600">
                <a:moveTo>
                  <a:pt x="4799" y="11394"/>
                </a:moveTo>
                <a:cubicBezTo>
                  <a:pt x="4534" y="11394"/>
                  <a:pt x="4320" y="11609"/>
                  <a:pt x="4320" y="11876"/>
                </a:cubicBezTo>
                <a:cubicBezTo>
                  <a:pt x="4320" y="12142"/>
                  <a:pt x="4534" y="12356"/>
                  <a:pt x="4799" y="12356"/>
                </a:cubicBezTo>
                <a:lnTo>
                  <a:pt x="16798" y="12356"/>
                </a:lnTo>
                <a:cubicBezTo>
                  <a:pt x="17064" y="12356"/>
                  <a:pt x="17279" y="12142"/>
                  <a:pt x="17279" y="11876"/>
                </a:cubicBezTo>
                <a:cubicBezTo>
                  <a:pt x="17279" y="11609"/>
                  <a:pt x="17064" y="11394"/>
                  <a:pt x="16798" y="11394"/>
                </a:cubicBezTo>
              </a:path>
              <a:path w="21600" h="21600">
                <a:moveTo>
                  <a:pt x="4799" y="9180"/>
                </a:moveTo>
                <a:cubicBezTo>
                  <a:pt x="4534" y="9180"/>
                  <a:pt x="4320" y="9394"/>
                  <a:pt x="4320" y="9660"/>
                </a:cubicBezTo>
                <a:cubicBezTo>
                  <a:pt x="4320" y="9926"/>
                  <a:pt x="4534" y="10143"/>
                  <a:pt x="4799" y="10143"/>
                </a:cubicBezTo>
                <a:lnTo>
                  <a:pt x="16798" y="10143"/>
                </a:lnTo>
                <a:cubicBezTo>
                  <a:pt x="17064" y="10143"/>
                  <a:pt x="17279" y="9926"/>
                  <a:pt x="17279" y="9660"/>
                </a:cubicBezTo>
                <a:cubicBezTo>
                  <a:pt x="17279" y="9394"/>
                  <a:pt x="17064" y="9180"/>
                  <a:pt x="16798" y="9180"/>
                </a:cubicBezTo>
              </a:path>
              <a:path w="21600" h="21600">
                <a:moveTo>
                  <a:pt x="4799" y="6965"/>
                </a:moveTo>
                <a:cubicBezTo>
                  <a:pt x="4534" y="6965"/>
                  <a:pt x="4320" y="7180"/>
                  <a:pt x="4320" y="7445"/>
                </a:cubicBezTo>
                <a:cubicBezTo>
                  <a:pt x="4320" y="7711"/>
                  <a:pt x="4534" y="7927"/>
                  <a:pt x="4799" y="7927"/>
                </a:cubicBezTo>
                <a:lnTo>
                  <a:pt x="16798" y="7927"/>
                </a:lnTo>
                <a:cubicBezTo>
                  <a:pt x="17064" y="7927"/>
                  <a:pt x="17279" y="7711"/>
                  <a:pt x="17279" y="7445"/>
                </a:cubicBezTo>
                <a:cubicBezTo>
                  <a:pt x="17279" y="7180"/>
                  <a:pt x="17064" y="6965"/>
                  <a:pt x="16798" y="6965"/>
                </a:cubicBezTo>
              </a:path>
              <a:path w="21600" h="21600">
                <a:moveTo>
                  <a:pt x="0" y="2045"/>
                </a:moveTo>
                <a:lnTo>
                  <a:pt x="1213" y="2045"/>
                </a:lnTo>
                <a:lnTo>
                  <a:pt x="1213" y="3142"/>
                </a:lnTo>
                <a:cubicBezTo>
                  <a:pt x="1213" y="4006"/>
                  <a:pt x="1911" y="4707"/>
                  <a:pt x="2773" y="4707"/>
                </a:cubicBezTo>
                <a:cubicBezTo>
                  <a:pt x="3634" y="4707"/>
                  <a:pt x="4332" y="4006"/>
                  <a:pt x="4332" y="3142"/>
                </a:cubicBezTo>
                <a:lnTo>
                  <a:pt x="4332" y="2045"/>
                </a:lnTo>
                <a:lnTo>
                  <a:pt x="5348" y="2045"/>
                </a:lnTo>
                <a:lnTo>
                  <a:pt x="5348" y="3142"/>
                </a:lnTo>
                <a:cubicBezTo>
                  <a:pt x="5348" y="4006"/>
                  <a:pt x="6047" y="4707"/>
                  <a:pt x="6909" y="4707"/>
                </a:cubicBezTo>
                <a:cubicBezTo>
                  <a:pt x="7770" y="4707"/>
                  <a:pt x="8469" y="4006"/>
                  <a:pt x="8469" y="3142"/>
                </a:cubicBezTo>
                <a:lnTo>
                  <a:pt x="8469" y="2045"/>
                </a:lnTo>
                <a:lnTo>
                  <a:pt x="9484" y="2045"/>
                </a:lnTo>
                <a:lnTo>
                  <a:pt x="9484" y="3142"/>
                </a:lnTo>
                <a:cubicBezTo>
                  <a:pt x="9484" y="4006"/>
                  <a:pt x="10182" y="4707"/>
                  <a:pt x="11045" y="4707"/>
                </a:cubicBezTo>
                <a:cubicBezTo>
                  <a:pt x="11905" y="4707"/>
                  <a:pt x="12605" y="4006"/>
                  <a:pt x="12605" y="3142"/>
                </a:cubicBezTo>
                <a:lnTo>
                  <a:pt x="12605" y="2045"/>
                </a:lnTo>
                <a:lnTo>
                  <a:pt x="13621" y="2045"/>
                </a:lnTo>
                <a:lnTo>
                  <a:pt x="13621" y="3142"/>
                </a:lnTo>
                <a:cubicBezTo>
                  <a:pt x="13621" y="4006"/>
                  <a:pt x="14318" y="4707"/>
                  <a:pt x="15180" y="4707"/>
                </a:cubicBezTo>
                <a:cubicBezTo>
                  <a:pt x="16042" y="4707"/>
                  <a:pt x="16741" y="4006"/>
                  <a:pt x="16741" y="3142"/>
                </a:cubicBezTo>
                <a:lnTo>
                  <a:pt x="16741" y="2045"/>
                </a:lnTo>
                <a:lnTo>
                  <a:pt x="17757" y="2045"/>
                </a:lnTo>
                <a:lnTo>
                  <a:pt x="17757" y="3142"/>
                </a:lnTo>
                <a:cubicBezTo>
                  <a:pt x="17757" y="4006"/>
                  <a:pt x="18455" y="4707"/>
                  <a:pt x="19317" y="4707"/>
                </a:cubicBezTo>
                <a:cubicBezTo>
                  <a:pt x="20178" y="4707"/>
                  <a:pt x="20877" y="4006"/>
                  <a:pt x="20877" y="3142"/>
                </a:cubicBezTo>
                <a:lnTo>
                  <a:pt x="20877" y="2045"/>
                </a:lnTo>
                <a:lnTo>
                  <a:pt x="21600" y="2045"/>
                </a:lnTo>
                <a:lnTo>
                  <a:pt x="21600" y="21600"/>
                </a:lnTo>
                <a:lnTo>
                  <a:pt x="0" y="21600"/>
                </a:lnTo>
              </a:path>
              <a:path w="21600" h="21600">
                <a:moveTo>
                  <a:pt x="2773" y="0"/>
                </a:moveTo>
                <a:cubicBezTo>
                  <a:pt x="3236" y="0"/>
                  <a:pt x="3612" y="376"/>
                  <a:pt x="3612" y="841"/>
                </a:cubicBezTo>
                <a:lnTo>
                  <a:pt x="3612" y="3249"/>
                </a:lnTo>
                <a:cubicBezTo>
                  <a:pt x="3612" y="3713"/>
                  <a:pt x="3236" y="4090"/>
                  <a:pt x="2773" y="4090"/>
                </a:cubicBezTo>
                <a:cubicBezTo>
                  <a:pt x="2309" y="4090"/>
                  <a:pt x="1932" y="3713"/>
                  <a:pt x="1932" y="3249"/>
                </a:cubicBezTo>
                <a:lnTo>
                  <a:pt x="1932" y="841"/>
                </a:lnTo>
                <a:cubicBezTo>
                  <a:pt x="1932" y="376"/>
                  <a:pt x="2309" y="0"/>
                  <a:pt x="2773" y="0"/>
                </a:cubicBezTo>
              </a:path>
              <a:path w="21600" h="21600">
                <a:moveTo>
                  <a:pt x="6909" y="0"/>
                </a:moveTo>
                <a:cubicBezTo>
                  <a:pt x="7372" y="0"/>
                  <a:pt x="7749" y="376"/>
                  <a:pt x="7749" y="841"/>
                </a:cubicBezTo>
                <a:lnTo>
                  <a:pt x="7749" y="3249"/>
                </a:lnTo>
                <a:cubicBezTo>
                  <a:pt x="7749" y="3713"/>
                  <a:pt x="7372" y="4090"/>
                  <a:pt x="6909" y="4090"/>
                </a:cubicBezTo>
                <a:cubicBezTo>
                  <a:pt x="6445" y="4090"/>
                  <a:pt x="6068" y="3713"/>
                  <a:pt x="6068" y="3249"/>
                </a:cubicBezTo>
                <a:lnTo>
                  <a:pt x="6068" y="841"/>
                </a:lnTo>
                <a:cubicBezTo>
                  <a:pt x="6068" y="376"/>
                  <a:pt x="6445" y="0"/>
                  <a:pt x="6909" y="0"/>
                </a:cubicBezTo>
              </a:path>
              <a:path w="21600" h="21600">
                <a:moveTo>
                  <a:pt x="11045" y="0"/>
                </a:moveTo>
                <a:cubicBezTo>
                  <a:pt x="11508" y="0"/>
                  <a:pt x="11885" y="376"/>
                  <a:pt x="11885" y="841"/>
                </a:cubicBezTo>
                <a:lnTo>
                  <a:pt x="11885" y="3249"/>
                </a:lnTo>
                <a:cubicBezTo>
                  <a:pt x="11885" y="3713"/>
                  <a:pt x="11508" y="4090"/>
                  <a:pt x="11045" y="4090"/>
                </a:cubicBezTo>
                <a:cubicBezTo>
                  <a:pt x="10581" y="4090"/>
                  <a:pt x="10204" y="3713"/>
                  <a:pt x="10204" y="3249"/>
                </a:cubicBezTo>
                <a:lnTo>
                  <a:pt x="10204" y="841"/>
                </a:lnTo>
                <a:cubicBezTo>
                  <a:pt x="10204" y="376"/>
                  <a:pt x="10581" y="0"/>
                  <a:pt x="11045" y="0"/>
                </a:cubicBezTo>
              </a:path>
              <a:path w="21600" h="21600">
                <a:moveTo>
                  <a:pt x="15180" y="0"/>
                </a:moveTo>
                <a:cubicBezTo>
                  <a:pt x="15643" y="0"/>
                  <a:pt x="16021" y="376"/>
                  <a:pt x="16021" y="841"/>
                </a:cubicBezTo>
                <a:lnTo>
                  <a:pt x="16021" y="3249"/>
                </a:lnTo>
                <a:cubicBezTo>
                  <a:pt x="16021" y="3713"/>
                  <a:pt x="15643" y="4090"/>
                  <a:pt x="15180" y="4090"/>
                </a:cubicBezTo>
                <a:cubicBezTo>
                  <a:pt x="14716" y="4090"/>
                  <a:pt x="14341" y="3713"/>
                  <a:pt x="14341" y="3249"/>
                </a:cubicBezTo>
                <a:lnTo>
                  <a:pt x="14341" y="841"/>
                </a:lnTo>
                <a:cubicBezTo>
                  <a:pt x="14341" y="376"/>
                  <a:pt x="14716" y="0"/>
                  <a:pt x="15180" y="0"/>
                </a:cubicBezTo>
              </a:path>
              <a:path w="21600" h="21600">
                <a:moveTo>
                  <a:pt x="19317" y="0"/>
                </a:moveTo>
                <a:cubicBezTo>
                  <a:pt x="19780" y="0"/>
                  <a:pt x="20156" y="376"/>
                  <a:pt x="20156" y="841"/>
                </a:cubicBezTo>
                <a:lnTo>
                  <a:pt x="20156" y="3249"/>
                </a:lnTo>
                <a:cubicBezTo>
                  <a:pt x="20156" y="3713"/>
                  <a:pt x="19780" y="4090"/>
                  <a:pt x="19317" y="4090"/>
                </a:cubicBezTo>
                <a:cubicBezTo>
                  <a:pt x="18853" y="4090"/>
                  <a:pt x="18477" y="3713"/>
                  <a:pt x="18477" y="3249"/>
                </a:cubicBezTo>
                <a:lnTo>
                  <a:pt x="18477" y="841"/>
                </a:lnTo>
                <a:cubicBezTo>
                  <a:pt x="18477" y="376"/>
                  <a:pt x="18853" y="0"/>
                  <a:pt x="19317" y="0"/>
                </a:cubicBezTo>
                <a:close/>
              </a:path>
            </a:pathLst>
          </a:custGeom>
          <a:solidFill>
            <a:schemeClr val="accent2"/>
          </a:solidFill>
          <a:ln cap="flat" cmpd="sng">
            <a:noFill/>
            <a:prstDash val="solid"/>
            <a:round/>
          </a:ln>
        </p:spPr>
      </p:sp>
      <p:sp>
        <p:nvSpPr>
          <p:cNvPr id="310" name="曲线"/>
          <p:cNvSpPr>
            <a:spLocks/>
          </p:cNvSpPr>
          <p:nvPr/>
        </p:nvSpPr>
        <p:spPr>
          <a:xfrm>
            <a:off x="7314702" y="5265094"/>
            <a:ext cx="343730" cy="343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769" y="2536"/>
                </a:moveTo>
                <a:lnTo>
                  <a:pt x="2769" y="2567"/>
                </a:lnTo>
                <a:lnTo>
                  <a:pt x="2567" y="2567"/>
                </a:lnTo>
                <a:lnTo>
                  <a:pt x="2567" y="19030"/>
                </a:lnTo>
                <a:lnTo>
                  <a:pt x="10193" y="19030"/>
                </a:lnTo>
                <a:cubicBezTo>
                  <a:pt x="8446" y="16203"/>
                  <a:pt x="6650" y="11478"/>
                  <a:pt x="2906" y="11149"/>
                </a:cubicBezTo>
                <a:lnTo>
                  <a:pt x="4000" y="7899"/>
                </a:lnTo>
                <a:cubicBezTo>
                  <a:pt x="7551" y="9062"/>
                  <a:pt x="8525" y="10339"/>
                  <a:pt x="10297" y="12825"/>
                </a:cubicBezTo>
                <a:cubicBezTo>
                  <a:pt x="11929" y="9196"/>
                  <a:pt x="12847" y="7256"/>
                  <a:pt x="14889" y="3976"/>
                </a:cubicBezTo>
                <a:lnTo>
                  <a:pt x="18470" y="3976"/>
                </a:lnTo>
                <a:cubicBezTo>
                  <a:pt x="15543" y="8135"/>
                  <a:pt x="12717" y="14091"/>
                  <a:pt x="10522" y="19030"/>
                </a:cubicBezTo>
                <a:lnTo>
                  <a:pt x="19030" y="19030"/>
                </a:lnTo>
                <a:lnTo>
                  <a:pt x="19030" y="3976"/>
                </a:lnTo>
                <a:lnTo>
                  <a:pt x="19055" y="3976"/>
                </a:lnTo>
                <a:lnTo>
                  <a:pt x="19055" y="2536"/>
                </a:lnTo>
              </a:path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  <a:round/>
          </a:ln>
        </p:spPr>
      </p:sp>
      <p:sp>
        <p:nvSpPr>
          <p:cNvPr id="316" name="曲线"/>
          <p:cNvSpPr>
            <a:spLocks/>
          </p:cNvSpPr>
          <p:nvPr/>
        </p:nvSpPr>
        <p:spPr>
          <a:xfrm>
            <a:off x="4686228" y="2181191"/>
            <a:ext cx="271293" cy="469495"/>
          </a:xfrm>
          <a:custGeom>
            <a:avLst/>
            <a:gdLst>
              <a:gd name="T1" fmla="*/ 0 w 21600"/>
              <a:gd name="T2" fmla="*/ -723 h 21600"/>
              <a:gd name="T3" fmla="*/ 21600 w 21600"/>
              <a:gd name="T4" fmla="*/ 22323 h 21600"/>
            </a:gdLst>
            <a:ahLst/>
            <a:cxnLst/>
            <a:rect l="T1" t="T2" r="T3" b="T4"/>
            <a:pathLst>
              <a:path w="21600" h="21600">
                <a:moveTo>
                  <a:pt x="10774" y="18998"/>
                </a:moveTo>
                <a:cubicBezTo>
                  <a:pt x="9914" y="18998"/>
                  <a:pt x="9206" y="19407"/>
                  <a:pt x="9206" y="19904"/>
                </a:cubicBezTo>
                <a:cubicBezTo>
                  <a:pt x="9206" y="20401"/>
                  <a:pt x="9914" y="20810"/>
                  <a:pt x="10774" y="20810"/>
                </a:cubicBezTo>
                <a:cubicBezTo>
                  <a:pt x="11634" y="20810"/>
                  <a:pt x="12342" y="20401"/>
                  <a:pt x="12342" y="19904"/>
                </a:cubicBezTo>
                <a:cubicBezTo>
                  <a:pt x="12342" y="19407"/>
                  <a:pt x="11634" y="18998"/>
                  <a:pt x="10774" y="18998"/>
                </a:cubicBezTo>
              </a:path>
              <a:path w="21600" h="21600">
                <a:moveTo>
                  <a:pt x="1618" y="2133"/>
                </a:moveTo>
                <a:lnTo>
                  <a:pt x="1618" y="17975"/>
                </a:lnTo>
                <a:lnTo>
                  <a:pt x="19930" y="17975"/>
                </a:lnTo>
                <a:lnTo>
                  <a:pt x="19930" y="2133"/>
                </a:lnTo>
              </a:path>
              <a:path w="21600" h="21600">
                <a:moveTo>
                  <a:pt x="8296" y="701"/>
                </a:moveTo>
                <a:cubicBezTo>
                  <a:pt x="7941" y="701"/>
                  <a:pt x="7688" y="847"/>
                  <a:pt x="7688" y="1052"/>
                </a:cubicBezTo>
                <a:cubicBezTo>
                  <a:pt x="7688" y="1256"/>
                  <a:pt x="7941" y="1432"/>
                  <a:pt x="8296" y="1432"/>
                </a:cubicBezTo>
                <a:lnTo>
                  <a:pt x="13253" y="1432"/>
                </a:lnTo>
                <a:cubicBezTo>
                  <a:pt x="13607" y="1432"/>
                  <a:pt x="13911" y="1256"/>
                  <a:pt x="13911" y="1052"/>
                </a:cubicBezTo>
                <a:cubicBezTo>
                  <a:pt x="13911" y="847"/>
                  <a:pt x="13607" y="701"/>
                  <a:pt x="13253" y="701"/>
                </a:cubicBezTo>
              </a:path>
              <a:path w="21600" h="21600">
                <a:moveTo>
                  <a:pt x="3591" y="0"/>
                </a:moveTo>
                <a:lnTo>
                  <a:pt x="18008" y="0"/>
                </a:lnTo>
                <a:cubicBezTo>
                  <a:pt x="19981" y="0"/>
                  <a:pt x="21599" y="906"/>
                  <a:pt x="21599" y="2075"/>
                </a:cubicBezTo>
                <a:lnTo>
                  <a:pt x="21599" y="19524"/>
                </a:lnTo>
                <a:cubicBezTo>
                  <a:pt x="21599" y="20664"/>
                  <a:pt x="19981" y="21599"/>
                  <a:pt x="18008" y="21599"/>
                </a:cubicBezTo>
                <a:lnTo>
                  <a:pt x="3591" y="21599"/>
                </a:lnTo>
                <a:cubicBezTo>
                  <a:pt x="1568" y="21599"/>
                  <a:pt x="0" y="20664"/>
                  <a:pt x="0" y="19524"/>
                </a:cubicBezTo>
                <a:lnTo>
                  <a:pt x="0" y="2075"/>
                </a:lnTo>
                <a:cubicBezTo>
                  <a:pt x="0" y="906"/>
                  <a:pt x="1568" y="0"/>
                  <a:pt x="3591" y="0"/>
                </a:cubicBezTo>
              </a:path>
            </a:pathLst>
          </a:custGeom>
          <a:solidFill>
            <a:srgbClr val="00B0F0"/>
          </a:solidFill>
          <a:ln w="12700" cap="flat" cmpd="sng">
            <a:noFill/>
            <a:prstDash val="solid"/>
            <a:miter/>
          </a:ln>
        </p:spPr>
        <p:txBody>
          <a:bodyPr vert="horz" wrap="square" lIns="91440" tIns="45684" rIns="91440" bIns="45684" anchor="ctr" anchorCtr="0" upright="1">
            <a:prstTxWarp prst="textNoShape">
              <a:avLst/>
            </a:prstTxWarp>
          </a:bodyPr>
          <a:lstStyle/>
          <a:p>
            <a:pPr marL="0" indent="0" algn="ctr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zh-CN" altLang="en-US" sz="2700" b="0" i="0" u="none" strike="noStrike" kern="0" cap="none" spc="0" baseline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8" name="曲线"/>
          <p:cNvSpPr>
            <a:spLocks/>
          </p:cNvSpPr>
          <p:nvPr/>
        </p:nvSpPr>
        <p:spPr>
          <a:xfrm>
            <a:off x="7200790" y="2143092"/>
            <a:ext cx="540230" cy="547049"/>
          </a:xfrm>
          <a:custGeom>
            <a:avLst/>
            <a:gdLst>
              <a:gd name="T1" fmla="*/ 0 w 21600"/>
              <a:gd name="T2" fmla="*/ 910 h 21600"/>
              <a:gd name="T3" fmla="*/ 21600 w 21600"/>
              <a:gd name="T4" fmla="*/ 20690 h 21600"/>
            </a:gdLst>
            <a:ahLst/>
            <a:cxnLst/>
            <a:rect l="T1" t="T2" r="T3" b="T4"/>
            <a:pathLst>
              <a:path w="21600" h="21600">
                <a:moveTo>
                  <a:pt x="17184" y="7450"/>
                </a:moveTo>
                <a:lnTo>
                  <a:pt x="16432" y="12694"/>
                </a:lnTo>
                <a:lnTo>
                  <a:pt x="17661" y="12694"/>
                </a:lnTo>
                <a:lnTo>
                  <a:pt x="19241" y="7450"/>
                </a:lnTo>
              </a:path>
              <a:path w="21600" h="21600">
                <a:moveTo>
                  <a:pt x="13195" y="7450"/>
                </a:moveTo>
                <a:lnTo>
                  <a:pt x="13195" y="12694"/>
                </a:lnTo>
                <a:lnTo>
                  <a:pt x="14500" y="12694"/>
                </a:lnTo>
                <a:lnTo>
                  <a:pt x="15227" y="7450"/>
                </a:lnTo>
              </a:path>
              <a:path w="21600" h="21600">
                <a:moveTo>
                  <a:pt x="9081" y="7450"/>
                </a:moveTo>
                <a:lnTo>
                  <a:pt x="10160" y="12694"/>
                </a:lnTo>
                <a:lnTo>
                  <a:pt x="11264" y="12694"/>
                </a:lnTo>
                <a:lnTo>
                  <a:pt x="11264" y="7450"/>
                </a:lnTo>
              </a:path>
              <a:path w="21600" h="21600">
                <a:moveTo>
                  <a:pt x="5368" y="7450"/>
                </a:moveTo>
                <a:lnTo>
                  <a:pt x="6773" y="12694"/>
                </a:lnTo>
                <a:lnTo>
                  <a:pt x="8203" y="12694"/>
                </a:lnTo>
                <a:lnTo>
                  <a:pt x="7124" y="7450"/>
                </a:lnTo>
              </a:path>
              <a:path w="21600" h="21600">
                <a:moveTo>
                  <a:pt x="3361" y="0"/>
                </a:moveTo>
                <a:lnTo>
                  <a:pt x="4866" y="5544"/>
                </a:lnTo>
                <a:lnTo>
                  <a:pt x="20496" y="5544"/>
                </a:lnTo>
                <a:lnTo>
                  <a:pt x="20496" y="5619"/>
                </a:lnTo>
                <a:cubicBezTo>
                  <a:pt x="20596" y="5544"/>
                  <a:pt x="20696" y="5569"/>
                  <a:pt x="20797" y="5594"/>
                </a:cubicBezTo>
                <a:lnTo>
                  <a:pt x="20847" y="5594"/>
                </a:lnTo>
                <a:cubicBezTo>
                  <a:pt x="21324" y="5744"/>
                  <a:pt x="21600" y="6271"/>
                  <a:pt x="21449" y="6773"/>
                </a:cubicBezTo>
                <a:lnTo>
                  <a:pt x="19266" y="13998"/>
                </a:lnTo>
                <a:cubicBezTo>
                  <a:pt x="19166" y="14324"/>
                  <a:pt x="18890" y="14550"/>
                  <a:pt x="18564" y="14575"/>
                </a:cubicBezTo>
                <a:lnTo>
                  <a:pt x="18564" y="14625"/>
                </a:lnTo>
                <a:lnTo>
                  <a:pt x="18137" y="14625"/>
                </a:lnTo>
                <a:cubicBezTo>
                  <a:pt x="18112" y="14625"/>
                  <a:pt x="18112" y="14625"/>
                  <a:pt x="18087" y="14625"/>
                </a:cubicBezTo>
                <a:lnTo>
                  <a:pt x="18087" y="14625"/>
                </a:lnTo>
                <a:lnTo>
                  <a:pt x="7300" y="14625"/>
                </a:lnTo>
                <a:lnTo>
                  <a:pt x="7726" y="16281"/>
                </a:lnTo>
                <a:lnTo>
                  <a:pt x="18564" y="16281"/>
                </a:lnTo>
                <a:lnTo>
                  <a:pt x="18564" y="18188"/>
                </a:lnTo>
                <a:lnTo>
                  <a:pt x="18413" y="18188"/>
                </a:lnTo>
                <a:cubicBezTo>
                  <a:pt x="19066" y="18413"/>
                  <a:pt x="19442" y="19016"/>
                  <a:pt x="19442" y="19718"/>
                </a:cubicBezTo>
                <a:cubicBezTo>
                  <a:pt x="19442" y="20772"/>
                  <a:pt x="18614" y="21600"/>
                  <a:pt x="17586" y="21600"/>
                </a:cubicBezTo>
                <a:cubicBezTo>
                  <a:pt x="16532" y="21600"/>
                  <a:pt x="15704" y="20772"/>
                  <a:pt x="15704" y="19718"/>
                </a:cubicBezTo>
                <a:cubicBezTo>
                  <a:pt x="15704" y="19016"/>
                  <a:pt x="16105" y="18413"/>
                  <a:pt x="16733" y="18188"/>
                </a:cubicBezTo>
                <a:lnTo>
                  <a:pt x="8253" y="18188"/>
                </a:lnTo>
                <a:lnTo>
                  <a:pt x="8278" y="18313"/>
                </a:lnTo>
                <a:cubicBezTo>
                  <a:pt x="8755" y="18614"/>
                  <a:pt x="9031" y="19141"/>
                  <a:pt x="9031" y="19718"/>
                </a:cubicBezTo>
                <a:cubicBezTo>
                  <a:pt x="9031" y="20772"/>
                  <a:pt x="8203" y="21600"/>
                  <a:pt x="7174" y="21600"/>
                </a:cubicBezTo>
                <a:cubicBezTo>
                  <a:pt x="6121" y="21600"/>
                  <a:pt x="5293" y="20772"/>
                  <a:pt x="5293" y="19718"/>
                </a:cubicBezTo>
                <a:cubicBezTo>
                  <a:pt x="5293" y="19041"/>
                  <a:pt x="5669" y="18439"/>
                  <a:pt x="6271" y="18213"/>
                </a:cubicBezTo>
                <a:lnTo>
                  <a:pt x="1931" y="2006"/>
                </a:lnTo>
                <a:lnTo>
                  <a:pt x="0" y="2006"/>
                </a:lnTo>
                <a:lnTo>
                  <a:pt x="0" y="100"/>
                </a:lnTo>
                <a:lnTo>
                  <a:pt x="2985" y="100"/>
                </a:lnTo>
              </a:path>
            </a:pathLst>
          </a:custGeom>
          <a:solidFill>
            <a:srgbClr val="02ECEC"/>
          </a:solidFill>
          <a:ln w="12700" cap="flat" cmpd="sng">
            <a:noFill/>
            <a:prstDash val="solid"/>
            <a:miter/>
          </a:ln>
        </p:spPr>
        <p:txBody>
          <a:bodyPr vert="horz" wrap="square" lIns="91440" tIns="45684" rIns="91440" bIns="45684" anchor="ctr" anchorCtr="0" upright="1">
            <a:prstTxWarp prst="textNoShape">
              <a:avLst/>
            </a:prstTxWarp>
          </a:bodyPr>
          <a:lstStyle/>
          <a:p>
            <a:pPr marL="0" indent="0" algn="ctr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zh-CN" altLang="en-US" sz="27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9" name="曲线"/>
          <p:cNvSpPr>
            <a:spLocks/>
          </p:cNvSpPr>
          <p:nvPr/>
        </p:nvSpPr>
        <p:spPr>
          <a:xfrm rot="18806040">
            <a:off x="4540789" y="5129573"/>
            <a:ext cx="551842" cy="546086"/>
          </a:xfrm>
          <a:custGeom>
            <a:avLst/>
            <a:gdLst>
              <a:gd name="T1" fmla="*/ 113 w 21600"/>
              <a:gd name="T2" fmla="*/ 893 h 21600"/>
              <a:gd name="T3" fmla="*/ 21487 w 21600"/>
              <a:gd name="T4" fmla="*/ 20707 h 21600"/>
            </a:gdLst>
            <a:ahLst/>
            <a:cxnLst/>
            <a:rect l="T1" t="T2" r="T3" b="T4"/>
            <a:pathLst>
              <a:path w="21600" h="21600">
                <a:moveTo>
                  <a:pt x="8536" y="13447"/>
                </a:moveTo>
                <a:cubicBezTo>
                  <a:pt x="9225" y="14217"/>
                  <a:pt x="9692" y="15112"/>
                  <a:pt x="10135" y="16206"/>
                </a:cubicBezTo>
                <a:cubicBezTo>
                  <a:pt x="9742" y="17051"/>
                  <a:pt x="9028" y="17722"/>
                  <a:pt x="8143" y="18020"/>
                </a:cubicBezTo>
                <a:lnTo>
                  <a:pt x="3739" y="13322"/>
                </a:lnTo>
                <a:cubicBezTo>
                  <a:pt x="4083" y="12452"/>
                  <a:pt x="4772" y="11756"/>
                  <a:pt x="5633" y="11408"/>
                </a:cubicBezTo>
                <a:cubicBezTo>
                  <a:pt x="6937" y="12030"/>
                  <a:pt x="7847" y="12701"/>
                  <a:pt x="8536" y="13447"/>
                </a:cubicBezTo>
              </a:path>
              <a:path w="21600" h="21600">
                <a:moveTo>
                  <a:pt x="12374" y="4871"/>
                </a:moveTo>
                <a:lnTo>
                  <a:pt x="16728" y="9495"/>
                </a:lnTo>
                <a:cubicBezTo>
                  <a:pt x="16359" y="9644"/>
                  <a:pt x="15966" y="9718"/>
                  <a:pt x="15548" y="9693"/>
                </a:cubicBezTo>
                <a:lnTo>
                  <a:pt x="12030" y="9594"/>
                </a:lnTo>
                <a:lnTo>
                  <a:pt x="12128" y="6064"/>
                </a:lnTo>
                <a:cubicBezTo>
                  <a:pt x="12128" y="5642"/>
                  <a:pt x="12226" y="5219"/>
                  <a:pt x="12374" y="4871"/>
                </a:cubicBezTo>
              </a:path>
              <a:path w="21600" h="21600">
                <a:moveTo>
                  <a:pt x="13087" y="2709"/>
                </a:moveTo>
                <a:cubicBezTo>
                  <a:pt x="11833" y="3430"/>
                  <a:pt x="10996" y="4797"/>
                  <a:pt x="10996" y="6363"/>
                </a:cubicBezTo>
                <a:lnTo>
                  <a:pt x="10972" y="10017"/>
                </a:lnTo>
                <a:lnTo>
                  <a:pt x="9938" y="11036"/>
                </a:lnTo>
                <a:lnTo>
                  <a:pt x="6322" y="11036"/>
                </a:lnTo>
                <a:cubicBezTo>
                  <a:pt x="4871" y="11011"/>
                  <a:pt x="3591" y="11732"/>
                  <a:pt x="2878" y="12875"/>
                </a:cubicBezTo>
                <a:lnTo>
                  <a:pt x="8512" y="18865"/>
                </a:lnTo>
                <a:cubicBezTo>
                  <a:pt x="9692" y="18144"/>
                  <a:pt x="10504" y="16827"/>
                  <a:pt x="10504" y="15311"/>
                </a:cubicBezTo>
                <a:lnTo>
                  <a:pt x="10529" y="11657"/>
                </a:lnTo>
                <a:lnTo>
                  <a:pt x="11562" y="10613"/>
                </a:lnTo>
                <a:lnTo>
                  <a:pt x="15179" y="10638"/>
                </a:lnTo>
                <a:cubicBezTo>
                  <a:pt x="16655" y="10663"/>
                  <a:pt x="17958" y="9892"/>
                  <a:pt x="18721" y="8724"/>
                </a:cubicBezTo>
              </a:path>
              <a:path w="21600" h="21600">
                <a:moveTo>
                  <a:pt x="13850" y="422"/>
                </a:moveTo>
                <a:lnTo>
                  <a:pt x="21181" y="8252"/>
                </a:lnTo>
                <a:cubicBezTo>
                  <a:pt x="21599" y="8699"/>
                  <a:pt x="21575" y="9370"/>
                  <a:pt x="21157" y="9768"/>
                </a:cubicBezTo>
                <a:cubicBezTo>
                  <a:pt x="20714" y="10166"/>
                  <a:pt x="20050" y="10166"/>
                  <a:pt x="19656" y="9718"/>
                </a:cubicBezTo>
                <a:lnTo>
                  <a:pt x="19558" y="9619"/>
                </a:lnTo>
                <a:cubicBezTo>
                  <a:pt x="18573" y="10986"/>
                  <a:pt x="16974" y="11856"/>
                  <a:pt x="15179" y="11856"/>
                </a:cubicBezTo>
                <a:lnTo>
                  <a:pt x="11685" y="11831"/>
                </a:lnTo>
                <a:lnTo>
                  <a:pt x="11685" y="15286"/>
                </a:lnTo>
                <a:cubicBezTo>
                  <a:pt x="11685" y="17150"/>
                  <a:pt x="10750" y="18816"/>
                  <a:pt x="9323" y="19785"/>
                </a:cubicBezTo>
                <a:cubicBezTo>
                  <a:pt x="9643" y="20208"/>
                  <a:pt x="9594" y="20804"/>
                  <a:pt x="9225" y="21177"/>
                </a:cubicBezTo>
                <a:cubicBezTo>
                  <a:pt x="8782" y="21600"/>
                  <a:pt x="8118" y="21575"/>
                  <a:pt x="7724" y="21152"/>
                </a:cubicBezTo>
                <a:lnTo>
                  <a:pt x="393" y="13322"/>
                </a:lnTo>
                <a:cubicBezTo>
                  <a:pt x="0" y="12900"/>
                  <a:pt x="0" y="12204"/>
                  <a:pt x="418" y="11806"/>
                </a:cubicBezTo>
                <a:cubicBezTo>
                  <a:pt x="861" y="11408"/>
                  <a:pt x="1525" y="11433"/>
                  <a:pt x="1918" y="11856"/>
                </a:cubicBezTo>
                <a:lnTo>
                  <a:pt x="2041" y="11955"/>
                </a:lnTo>
                <a:cubicBezTo>
                  <a:pt x="3001" y="10663"/>
                  <a:pt x="4551" y="9818"/>
                  <a:pt x="6297" y="9818"/>
                </a:cubicBezTo>
                <a:lnTo>
                  <a:pt x="9791" y="9818"/>
                </a:lnTo>
                <a:lnTo>
                  <a:pt x="9791" y="6338"/>
                </a:lnTo>
                <a:cubicBezTo>
                  <a:pt x="9815" y="4449"/>
                  <a:pt x="10800" y="2759"/>
                  <a:pt x="12276" y="1814"/>
                </a:cubicBezTo>
                <a:cubicBezTo>
                  <a:pt x="11931" y="1391"/>
                  <a:pt x="11956" y="770"/>
                  <a:pt x="12374" y="397"/>
                </a:cubicBezTo>
                <a:cubicBezTo>
                  <a:pt x="12792" y="0"/>
                  <a:pt x="13456" y="0"/>
                  <a:pt x="13850" y="422"/>
                </a:cubicBezTo>
              </a:path>
            </a:pathLst>
          </a:custGeom>
          <a:solidFill>
            <a:srgbClr val="02ECEC"/>
          </a:solidFill>
          <a:ln w="12700" cap="flat" cmpd="sng">
            <a:noFill/>
            <a:prstDash val="solid"/>
            <a:miter/>
          </a:ln>
        </p:spPr>
        <p:txBody>
          <a:bodyPr vert="horz" wrap="square" lIns="91440" tIns="45684" rIns="91440" bIns="45684" anchor="ctr" anchorCtr="0" upright="1">
            <a:prstTxWarp prst="textNoShape">
              <a:avLst/>
            </a:prstTxWarp>
          </a:bodyPr>
          <a:lstStyle/>
          <a:p>
            <a:pPr marL="0" indent="0" algn="ctr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zh-CN" altLang="en-US" sz="27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927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707B84-5C3A-2094-F0E1-717AECBB7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68778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72A311-EE2B-C4B4-CB06-6811FCF23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Freeform 217">
            <a:extLst>
              <a:ext uri="{FF2B5EF4-FFF2-40B4-BE49-F238E27FC236}">
                <a16:creationId xmlns:a16="http://schemas.microsoft.com/office/drawing/2014/main" id="{8504F879-0B45-4F0C-A267-2CFD0938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46762" y="3452018"/>
            <a:ext cx="1079500" cy="808038"/>
          </a:xfrm>
          <a:custGeom>
            <a:avLst/>
            <a:gdLst>
              <a:gd name="T0" fmla="*/ 268 w 340"/>
              <a:gd name="T1" fmla="*/ 0 h 255"/>
              <a:gd name="T2" fmla="*/ 273 w 340"/>
              <a:gd name="T3" fmla="*/ 24 h 255"/>
              <a:gd name="T4" fmla="*/ 213 w 340"/>
              <a:gd name="T5" fmla="*/ 84 h 255"/>
              <a:gd name="T6" fmla="*/ 153 w 340"/>
              <a:gd name="T7" fmla="*/ 24 h 255"/>
              <a:gd name="T8" fmla="*/ 158 w 340"/>
              <a:gd name="T9" fmla="*/ 0 h 255"/>
              <a:gd name="T10" fmla="*/ 86 w 340"/>
              <a:gd name="T11" fmla="*/ 0 h 255"/>
              <a:gd name="T12" fmla="*/ 86 w 340"/>
              <a:gd name="T13" fmla="*/ 99 h 255"/>
              <a:gd name="T14" fmla="*/ 48 w 340"/>
              <a:gd name="T15" fmla="*/ 80 h 255"/>
              <a:gd name="T16" fmla="*/ 0 w 340"/>
              <a:gd name="T17" fmla="*/ 127 h 255"/>
              <a:gd name="T18" fmla="*/ 48 w 340"/>
              <a:gd name="T19" fmla="*/ 175 h 255"/>
              <a:gd name="T20" fmla="*/ 86 w 340"/>
              <a:gd name="T21" fmla="*/ 155 h 255"/>
              <a:gd name="T22" fmla="*/ 86 w 340"/>
              <a:gd name="T23" fmla="*/ 255 h 255"/>
              <a:gd name="T24" fmla="*/ 340 w 340"/>
              <a:gd name="T25" fmla="*/ 255 h 255"/>
              <a:gd name="T26" fmla="*/ 340 w 340"/>
              <a:gd name="T27" fmla="*/ 0 h 255"/>
              <a:gd name="T28" fmla="*/ 268 w 340"/>
              <a:gd name="T29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0" h="255">
                <a:moveTo>
                  <a:pt x="268" y="0"/>
                </a:moveTo>
                <a:cubicBezTo>
                  <a:pt x="271" y="8"/>
                  <a:pt x="273" y="16"/>
                  <a:pt x="273" y="24"/>
                </a:cubicBezTo>
                <a:cubicBezTo>
                  <a:pt x="273" y="57"/>
                  <a:pt x="246" y="84"/>
                  <a:pt x="213" y="84"/>
                </a:cubicBezTo>
                <a:cubicBezTo>
                  <a:pt x="180" y="84"/>
                  <a:pt x="153" y="57"/>
                  <a:pt x="153" y="24"/>
                </a:cubicBezTo>
                <a:cubicBezTo>
                  <a:pt x="153" y="16"/>
                  <a:pt x="155" y="8"/>
                  <a:pt x="158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6" y="99"/>
                  <a:pt x="86" y="99"/>
                  <a:pt x="86" y="99"/>
                </a:cubicBezTo>
                <a:cubicBezTo>
                  <a:pt x="77" y="88"/>
                  <a:pt x="64" y="80"/>
                  <a:pt x="48" y="80"/>
                </a:cubicBezTo>
                <a:cubicBezTo>
                  <a:pt x="22" y="80"/>
                  <a:pt x="0" y="101"/>
                  <a:pt x="0" y="127"/>
                </a:cubicBezTo>
                <a:cubicBezTo>
                  <a:pt x="0" y="154"/>
                  <a:pt x="22" y="175"/>
                  <a:pt x="48" y="175"/>
                </a:cubicBezTo>
                <a:cubicBezTo>
                  <a:pt x="64" y="175"/>
                  <a:pt x="77" y="167"/>
                  <a:pt x="86" y="155"/>
                </a:cubicBezTo>
                <a:cubicBezTo>
                  <a:pt x="86" y="255"/>
                  <a:pt x="86" y="255"/>
                  <a:pt x="86" y="255"/>
                </a:cubicBezTo>
                <a:cubicBezTo>
                  <a:pt x="340" y="255"/>
                  <a:pt x="340" y="255"/>
                  <a:pt x="340" y="255"/>
                </a:cubicBezTo>
                <a:cubicBezTo>
                  <a:pt x="340" y="0"/>
                  <a:pt x="340" y="0"/>
                  <a:pt x="340" y="0"/>
                </a:cubicBezTo>
                <a:lnTo>
                  <a:pt x="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Freeform 218">
            <a:extLst>
              <a:ext uri="{FF2B5EF4-FFF2-40B4-BE49-F238E27FC236}">
                <a16:creationId xmlns:a16="http://schemas.microsoft.com/office/drawing/2014/main" id="{23990D25-BC4A-4CFC-A171-B0DD42EB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65737" y="2597943"/>
            <a:ext cx="1082675" cy="809625"/>
          </a:xfrm>
          <a:custGeom>
            <a:avLst/>
            <a:gdLst>
              <a:gd name="T0" fmla="*/ 293 w 341"/>
              <a:gd name="T1" fmla="*/ 80 h 255"/>
              <a:gd name="T2" fmla="*/ 254 w 341"/>
              <a:gd name="T3" fmla="*/ 100 h 255"/>
              <a:gd name="T4" fmla="*/ 254 w 341"/>
              <a:gd name="T5" fmla="*/ 0 h 255"/>
              <a:gd name="T6" fmla="*/ 0 w 341"/>
              <a:gd name="T7" fmla="*/ 0 h 255"/>
              <a:gd name="T8" fmla="*/ 0 w 341"/>
              <a:gd name="T9" fmla="*/ 255 h 255"/>
              <a:gd name="T10" fmla="*/ 73 w 341"/>
              <a:gd name="T11" fmla="*/ 255 h 255"/>
              <a:gd name="T12" fmla="*/ 67 w 341"/>
              <a:gd name="T13" fmla="*/ 230 h 255"/>
              <a:gd name="T14" fmla="*/ 127 w 341"/>
              <a:gd name="T15" fmla="*/ 170 h 255"/>
              <a:gd name="T16" fmla="*/ 187 w 341"/>
              <a:gd name="T17" fmla="*/ 230 h 255"/>
              <a:gd name="T18" fmla="*/ 182 w 341"/>
              <a:gd name="T19" fmla="*/ 255 h 255"/>
              <a:gd name="T20" fmla="*/ 254 w 341"/>
              <a:gd name="T21" fmla="*/ 255 h 255"/>
              <a:gd name="T22" fmla="*/ 254 w 341"/>
              <a:gd name="T23" fmla="*/ 155 h 255"/>
              <a:gd name="T24" fmla="*/ 293 w 341"/>
              <a:gd name="T25" fmla="*/ 175 h 255"/>
              <a:gd name="T26" fmla="*/ 341 w 341"/>
              <a:gd name="T27" fmla="*/ 127 h 255"/>
              <a:gd name="T28" fmla="*/ 293 w 341"/>
              <a:gd name="T29" fmla="*/ 8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1" h="255">
                <a:moveTo>
                  <a:pt x="293" y="80"/>
                </a:moveTo>
                <a:cubicBezTo>
                  <a:pt x="277" y="80"/>
                  <a:pt x="263" y="88"/>
                  <a:pt x="254" y="100"/>
                </a:cubicBezTo>
                <a:cubicBezTo>
                  <a:pt x="254" y="0"/>
                  <a:pt x="254" y="0"/>
                  <a:pt x="2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5"/>
                  <a:pt x="0" y="255"/>
                  <a:pt x="0" y="255"/>
                </a:cubicBezTo>
                <a:cubicBezTo>
                  <a:pt x="73" y="255"/>
                  <a:pt x="73" y="255"/>
                  <a:pt x="73" y="255"/>
                </a:cubicBezTo>
                <a:cubicBezTo>
                  <a:pt x="69" y="247"/>
                  <a:pt x="67" y="239"/>
                  <a:pt x="67" y="230"/>
                </a:cubicBezTo>
                <a:cubicBezTo>
                  <a:pt x="67" y="197"/>
                  <a:pt x="94" y="170"/>
                  <a:pt x="127" y="170"/>
                </a:cubicBezTo>
                <a:cubicBezTo>
                  <a:pt x="160" y="170"/>
                  <a:pt x="187" y="197"/>
                  <a:pt x="187" y="230"/>
                </a:cubicBezTo>
                <a:cubicBezTo>
                  <a:pt x="187" y="239"/>
                  <a:pt x="185" y="247"/>
                  <a:pt x="182" y="255"/>
                </a:cubicBezTo>
                <a:cubicBezTo>
                  <a:pt x="254" y="255"/>
                  <a:pt x="254" y="255"/>
                  <a:pt x="254" y="255"/>
                </a:cubicBezTo>
                <a:cubicBezTo>
                  <a:pt x="254" y="155"/>
                  <a:pt x="254" y="155"/>
                  <a:pt x="254" y="155"/>
                </a:cubicBezTo>
                <a:cubicBezTo>
                  <a:pt x="263" y="167"/>
                  <a:pt x="277" y="175"/>
                  <a:pt x="293" y="175"/>
                </a:cubicBezTo>
                <a:cubicBezTo>
                  <a:pt x="319" y="175"/>
                  <a:pt x="341" y="154"/>
                  <a:pt x="341" y="127"/>
                </a:cubicBezTo>
                <a:cubicBezTo>
                  <a:pt x="341" y="101"/>
                  <a:pt x="319" y="80"/>
                  <a:pt x="293" y="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Freeform 219">
            <a:extLst>
              <a:ext uri="{FF2B5EF4-FFF2-40B4-BE49-F238E27FC236}">
                <a16:creationId xmlns:a16="http://schemas.microsoft.com/office/drawing/2014/main" id="{6E0DA774-8B41-4DFB-A855-465949056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19812" y="2597943"/>
            <a:ext cx="806450" cy="1081088"/>
          </a:xfrm>
          <a:custGeom>
            <a:avLst/>
            <a:gdLst>
              <a:gd name="T0" fmla="*/ 254 w 254"/>
              <a:gd name="T1" fmla="*/ 0 h 341"/>
              <a:gd name="T2" fmla="*/ 0 w 254"/>
              <a:gd name="T3" fmla="*/ 0 h 341"/>
              <a:gd name="T4" fmla="*/ 0 w 254"/>
              <a:gd name="T5" fmla="*/ 73 h 341"/>
              <a:gd name="T6" fmla="*/ 24 w 254"/>
              <a:gd name="T7" fmla="*/ 68 h 341"/>
              <a:gd name="T8" fmla="*/ 84 w 254"/>
              <a:gd name="T9" fmla="*/ 127 h 341"/>
              <a:gd name="T10" fmla="*/ 24 w 254"/>
              <a:gd name="T11" fmla="*/ 187 h 341"/>
              <a:gd name="T12" fmla="*/ 0 w 254"/>
              <a:gd name="T13" fmla="*/ 182 h 341"/>
              <a:gd name="T14" fmla="*/ 0 w 254"/>
              <a:gd name="T15" fmla="*/ 255 h 341"/>
              <a:gd name="T16" fmla="*/ 100 w 254"/>
              <a:gd name="T17" fmla="*/ 255 h 341"/>
              <a:gd name="T18" fmla="*/ 80 w 254"/>
              <a:gd name="T19" fmla="*/ 293 h 341"/>
              <a:gd name="T20" fmla="*/ 127 w 254"/>
              <a:gd name="T21" fmla="*/ 341 h 341"/>
              <a:gd name="T22" fmla="*/ 175 w 254"/>
              <a:gd name="T23" fmla="*/ 293 h 341"/>
              <a:gd name="T24" fmla="*/ 155 w 254"/>
              <a:gd name="T25" fmla="*/ 255 h 341"/>
              <a:gd name="T26" fmla="*/ 254 w 254"/>
              <a:gd name="T27" fmla="*/ 255 h 341"/>
              <a:gd name="T28" fmla="*/ 254 w 254"/>
              <a:gd name="T29" fmla="*/ 0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54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"/>
                  <a:pt x="0" y="73"/>
                  <a:pt x="0" y="73"/>
                </a:cubicBezTo>
                <a:cubicBezTo>
                  <a:pt x="7" y="69"/>
                  <a:pt x="16" y="68"/>
                  <a:pt x="24" y="68"/>
                </a:cubicBezTo>
                <a:cubicBezTo>
                  <a:pt x="57" y="68"/>
                  <a:pt x="84" y="94"/>
                  <a:pt x="84" y="127"/>
                </a:cubicBezTo>
                <a:cubicBezTo>
                  <a:pt x="84" y="161"/>
                  <a:pt x="57" y="187"/>
                  <a:pt x="24" y="187"/>
                </a:cubicBezTo>
                <a:cubicBezTo>
                  <a:pt x="16" y="187"/>
                  <a:pt x="7" y="186"/>
                  <a:pt x="0" y="182"/>
                </a:cubicBezTo>
                <a:cubicBezTo>
                  <a:pt x="0" y="255"/>
                  <a:pt x="0" y="255"/>
                  <a:pt x="0" y="255"/>
                </a:cubicBezTo>
                <a:cubicBezTo>
                  <a:pt x="100" y="255"/>
                  <a:pt x="100" y="255"/>
                  <a:pt x="100" y="255"/>
                </a:cubicBezTo>
                <a:cubicBezTo>
                  <a:pt x="88" y="263"/>
                  <a:pt x="80" y="277"/>
                  <a:pt x="80" y="293"/>
                </a:cubicBezTo>
                <a:cubicBezTo>
                  <a:pt x="80" y="320"/>
                  <a:pt x="101" y="341"/>
                  <a:pt x="127" y="341"/>
                </a:cubicBezTo>
                <a:cubicBezTo>
                  <a:pt x="153" y="341"/>
                  <a:pt x="175" y="320"/>
                  <a:pt x="175" y="293"/>
                </a:cubicBezTo>
                <a:cubicBezTo>
                  <a:pt x="175" y="277"/>
                  <a:pt x="167" y="263"/>
                  <a:pt x="155" y="255"/>
                </a:cubicBezTo>
                <a:cubicBezTo>
                  <a:pt x="254" y="255"/>
                  <a:pt x="254" y="255"/>
                  <a:pt x="254" y="255"/>
                </a:cubicBezTo>
                <a:lnTo>
                  <a:pt x="2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reeform 220">
            <a:extLst>
              <a:ext uri="{FF2B5EF4-FFF2-40B4-BE49-F238E27FC236}">
                <a16:creationId xmlns:a16="http://schemas.microsoft.com/office/drawing/2014/main" id="{D8E94B64-C159-4A70-BFDD-EF201969A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65737" y="3178968"/>
            <a:ext cx="806450" cy="1081088"/>
          </a:xfrm>
          <a:custGeom>
            <a:avLst/>
            <a:gdLst>
              <a:gd name="T0" fmla="*/ 231 w 254"/>
              <a:gd name="T1" fmla="*/ 154 h 341"/>
              <a:gd name="T2" fmla="*/ 254 w 254"/>
              <a:gd name="T3" fmla="*/ 158 h 341"/>
              <a:gd name="T4" fmla="*/ 254 w 254"/>
              <a:gd name="T5" fmla="*/ 86 h 341"/>
              <a:gd name="T6" fmla="*/ 154 w 254"/>
              <a:gd name="T7" fmla="*/ 86 h 341"/>
              <a:gd name="T8" fmla="*/ 175 w 254"/>
              <a:gd name="T9" fmla="*/ 47 h 341"/>
              <a:gd name="T10" fmla="*/ 127 w 254"/>
              <a:gd name="T11" fmla="*/ 0 h 341"/>
              <a:gd name="T12" fmla="*/ 80 w 254"/>
              <a:gd name="T13" fmla="*/ 47 h 341"/>
              <a:gd name="T14" fmla="*/ 100 w 254"/>
              <a:gd name="T15" fmla="*/ 86 h 341"/>
              <a:gd name="T16" fmla="*/ 0 w 254"/>
              <a:gd name="T17" fmla="*/ 86 h 341"/>
              <a:gd name="T18" fmla="*/ 0 w 254"/>
              <a:gd name="T19" fmla="*/ 341 h 341"/>
              <a:gd name="T20" fmla="*/ 254 w 254"/>
              <a:gd name="T21" fmla="*/ 341 h 341"/>
              <a:gd name="T22" fmla="*/ 254 w 254"/>
              <a:gd name="T23" fmla="*/ 268 h 341"/>
              <a:gd name="T24" fmla="*/ 231 w 254"/>
              <a:gd name="T25" fmla="*/ 273 h 341"/>
              <a:gd name="T26" fmla="*/ 171 w 254"/>
              <a:gd name="T27" fmla="*/ 213 h 341"/>
              <a:gd name="T28" fmla="*/ 231 w 254"/>
              <a:gd name="T29" fmla="*/ 154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31" y="154"/>
                </a:moveTo>
                <a:cubicBezTo>
                  <a:pt x="239" y="154"/>
                  <a:pt x="247" y="155"/>
                  <a:pt x="254" y="158"/>
                </a:cubicBezTo>
                <a:cubicBezTo>
                  <a:pt x="254" y="86"/>
                  <a:pt x="254" y="86"/>
                  <a:pt x="254" y="86"/>
                </a:cubicBezTo>
                <a:cubicBezTo>
                  <a:pt x="154" y="86"/>
                  <a:pt x="154" y="86"/>
                  <a:pt x="154" y="86"/>
                </a:cubicBezTo>
                <a:cubicBezTo>
                  <a:pt x="167" y="78"/>
                  <a:pt x="175" y="63"/>
                  <a:pt x="175" y="47"/>
                </a:cubicBezTo>
                <a:cubicBezTo>
                  <a:pt x="175" y="21"/>
                  <a:pt x="153" y="0"/>
                  <a:pt x="127" y="0"/>
                </a:cubicBezTo>
                <a:cubicBezTo>
                  <a:pt x="101" y="0"/>
                  <a:pt x="80" y="21"/>
                  <a:pt x="80" y="47"/>
                </a:cubicBezTo>
                <a:cubicBezTo>
                  <a:pt x="80" y="63"/>
                  <a:pt x="88" y="78"/>
                  <a:pt x="100" y="8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341"/>
                  <a:pt x="0" y="341"/>
                  <a:pt x="0" y="341"/>
                </a:cubicBezTo>
                <a:cubicBezTo>
                  <a:pt x="254" y="341"/>
                  <a:pt x="254" y="341"/>
                  <a:pt x="254" y="341"/>
                </a:cubicBezTo>
                <a:cubicBezTo>
                  <a:pt x="254" y="268"/>
                  <a:pt x="254" y="268"/>
                  <a:pt x="254" y="268"/>
                </a:cubicBezTo>
                <a:cubicBezTo>
                  <a:pt x="247" y="272"/>
                  <a:pt x="239" y="273"/>
                  <a:pt x="231" y="273"/>
                </a:cubicBezTo>
                <a:cubicBezTo>
                  <a:pt x="198" y="273"/>
                  <a:pt x="171" y="246"/>
                  <a:pt x="171" y="213"/>
                </a:cubicBezTo>
                <a:cubicBezTo>
                  <a:pt x="171" y="180"/>
                  <a:pt x="198" y="154"/>
                  <a:pt x="231" y="15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ACF0C7-ED21-47B8-979A-871C0205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744" y="4947810"/>
            <a:ext cx="360363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Freeform 62">
            <a:extLst>
              <a:ext uri="{FF2B5EF4-FFF2-40B4-BE49-F238E27FC236}">
                <a16:creationId xmlns:a16="http://schemas.microsoft.com/office/drawing/2014/main" id="{1E9AF3BA-9211-40AB-8B44-05467DBA8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20531" y="4836685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reeform 63">
            <a:extLst>
              <a:ext uri="{FF2B5EF4-FFF2-40B4-BE49-F238E27FC236}">
                <a16:creationId xmlns:a16="http://schemas.microsoft.com/office/drawing/2014/main" id="{C2467D08-B1E4-4E5C-B9F5-025E29E52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949156" y="4836685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Freeform 64">
            <a:extLst>
              <a:ext uri="{FF2B5EF4-FFF2-40B4-BE49-F238E27FC236}">
                <a16:creationId xmlns:a16="http://schemas.microsoft.com/office/drawing/2014/main" id="{6CDC27A3-56B3-41F8-9521-D9E4F2AB1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22131" y="4947810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0B928AA1-3C5D-4CF8-AC13-F96C4716A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377781" y="4836685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Freeform 66">
            <a:extLst>
              <a:ext uri="{FF2B5EF4-FFF2-40B4-BE49-F238E27FC236}">
                <a16:creationId xmlns:a16="http://schemas.microsoft.com/office/drawing/2014/main" id="{34F0F327-48F4-4843-BAF9-10A84620F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50756" y="4947810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reeform 67">
            <a:extLst>
              <a:ext uri="{FF2B5EF4-FFF2-40B4-BE49-F238E27FC236}">
                <a16:creationId xmlns:a16="http://schemas.microsoft.com/office/drawing/2014/main" id="{1666AEF0-2FE4-476F-8B59-D5CF89502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806406" y="4836685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Freeform 68">
            <a:extLst>
              <a:ext uri="{FF2B5EF4-FFF2-40B4-BE49-F238E27FC236}">
                <a16:creationId xmlns:a16="http://schemas.microsoft.com/office/drawing/2014/main" id="{A2CA27FB-C89D-416E-85F9-2E3D2F568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479381" y="4947810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3D191-F83E-4AD7-9970-0D1D91C02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396" y="2378868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2DB7C5-29D1-4F2B-AA79-1F4B42C3D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396" y="2874168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22014E-736F-44F3-B709-1700EF278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396" y="3372643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EDA220-B294-4737-8892-2DC55509A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396" y="3867943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E317F9-3914-45BB-394C-37F8C6383919}"/>
              </a:ext>
            </a:extLst>
          </p:cNvPr>
          <p:cNvGrpSpPr/>
          <p:nvPr/>
        </p:nvGrpSpPr>
        <p:grpSpPr>
          <a:xfrm>
            <a:off x="1610519" y="4438222"/>
            <a:ext cx="3048000" cy="1927226"/>
            <a:chOff x="4572000" y="2465387"/>
            <a:chExt cx="3048000" cy="192722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937E230-181F-4FB0-8238-F67CCACE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465388"/>
              <a:ext cx="1444625" cy="438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533D191-F83E-4AD7-9970-0D1D91C02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465388"/>
              <a:ext cx="14446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452590C-F954-416C-B38E-D7B18884D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960688"/>
              <a:ext cx="1444625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2DB7C5-29D1-4F2B-AA79-1F4B42C3D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960688"/>
              <a:ext cx="14446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0D2928D-50D2-400F-9513-1B278EF3E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459163"/>
              <a:ext cx="1444625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22014E-736F-44F3-B709-1700EF278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459163"/>
              <a:ext cx="14446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41D0A1B-B730-4233-8BA4-18E8AB515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954463"/>
              <a:ext cx="1444625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2EDA220-B294-4737-8892-2DC55509A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954463"/>
              <a:ext cx="14446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1" name="Freeform 235">
              <a:extLst>
                <a:ext uri="{FF2B5EF4-FFF2-40B4-BE49-F238E27FC236}">
                  <a16:creationId xmlns:a16="http://schemas.microsoft.com/office/drawing/2014/main" id="{2C62B015-7E86-484C-A69E-0E75EFEEF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465388"/>
              <a:ext cx="635000" cy="784225"/>
            </a:xfrm>
            <a:custGeom>
              <a:avLst/>
              <a:gdLst>
                <a:gd name="T0" fmla="*/ 0 w 400"/>
                <a:gd name="T1" fmla="*/ 276 h 494"/>
                <a:gd name="T2" fmla="*/ 400 w 400"/>
                <a:gd name="T3" fmla="*/ 494 h 494"/>
                <a:gd name="T4" fmla="*/ 400 w 400"/>
                <a:gd name="T5" fmla="*/ 410 h 494"/>
                <a:gd name="T6" fmla="*/ 0 w 400"/>
                <a:gd name="T7" fmla="*/ 0 h 494"/>
                <a:gd name="T8" fmla="*/ 0 w 400"/>
                <a:gd name="T9" fmla="*/ 276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0" y="276"/>
                  </a:moveTo>
                  <a:lnTo>
                    <a:pt x="400" y="494"/>
                  </a:lnTo>
                  <a:lnTo>
                    <a:pt x="400" y="410"/>
                  </a:lnTo>
                  <a:lnTo>
                    <a:pt x="0" y="0"/>
                  </a:lnTo>
                  <a:lnTo>
                    <a:pt x="0" y="2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2" name="Freeform 236">
              <a:extLst>
                <a:ext uri="{FF2B5EF4-FFF2-40B4-BE49-F238E27FC236}">
                  <a16:creationId xmlns:a16="http://schemas.microsoft.com/office/drawing/2014/main" id="{05BB6B84-FB46-410C-84AD-9C6CB769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465388"/>
              <a:ext cx="635000" cy="784225"/>
            </a:xfrm>
            <a:custGeom>
              <a:avLst/>
              <a:gdLst>
                <a:gd name="T0" fmla="*/ 0 w 400"/>
                <a:gd name="T1" fmla="*/ 276 h 494"/>
                <a:gd name="T2" fmla="*/ 400 w 400"/>
                <a:gd name="T3" fmla="*/ 494 h 494"/>
                <a:gd name="T4" fmla="*/ 400 w 400"/>
                <a:gd name="T5" fmla="*/ 410 h 494"/>
                <a:gd name="T6" fmla="*/ 0 w 400"/>
                <a:gd name="T7" fmla="*/ 0 h 494"/>
                <a:gd name="T8" fmla="*/ 0 w 400"/>
                <a:gd name="T9" fmla="*/ 276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0" y="276"/>
                  </a:moveTo>
                  <a:lnTo>
                    <a:pt x="400" y="494"/>
                  </a:lnTo>
                  <a:lnTo>
                    <a:pt x="400" y="410"/>
                  </a:lnTo>
                  <a:lnTo>
                    <a:pt x="0" y="0"/>
                  </a:lnTo>
                  <a:lnTo>
                    <a:pt x="0" y="2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3" name="Freeform 237">
              <a:extLst>
                <a:ext uri="{FF2B5EF4-FFF2-40B4-BE49-F238E27FC236}">
                  <a16:creationId xmlns:a16="http://schemas.microsoft.com/office/drawing/2014/main" id="{E3971AB7-E2A9-4E31-8AA1-2F0AAC08B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960688"/>
              <a:ext cx="635000" cy="454025"/>
            </a:xfrm>
            <a:custGeom>
              <a:avLst/>
              <a:gdLst>
                <a:gd name="T0" fmla="*/ 0 w 400"/>
                <a:gd name="T1" fmla="*/ 276 h 286"/>
                <a:gd name="T2" fmla="*/ 400 w 400"/>
                <a:gd name="T3" fmla="*/ 286 h 286"/>
                <a:gd name="T4" fmla="*/ 400 w 400"/>
                <a:gd name="T5" fmla="*/ 200 h 286"/>
                <a:gd name="T6" fmla="*/ 0 w 400"/>
                <a:gd name="T7" fmla="*/ 0 h 286"/>
                <a:gd name="T8" fmla="*/ 0 w 400"/>
                <a:gd name="T9" fmla="*/ 27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0" y="276"/>
                  </a:moveTo>
                  <a:lnTo>
                    <a:pt x="400" y="286"/>
                  </a:lnTo>
                  <a:lnTo>
                    <a:pt x="400" y="200"/>
                  </a:lnTo>
                  <a:lnTo>
                    <a:pt x="0" y="0"/>
                  </a:lnTo>
                  <a:lnTo>
                    <a:pt x="0" y="2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4" name="Freeform 238">
              <a:extLst>
                <a:ext uri="{FF2B5EF4-FFF2-40B4-BE49-F238E27FC236}">
                  <a16:creationId xmlns:a16="http://schemas.microsoft.com/office/drawing/2014/main" id="{88D05FCD-499A-40B5-8BCA-338323176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960688"/>
              <a:ext cx="635000" cy="454025"/>
            </a:xfrm>
            <a:custGeom>
              <a:avLst/>
              <a:gdLst>
                <a:gd name="T0" fmla="*/ 0 w 400"/>
                <a:gd name="T1" fmla="*/ 276 h 286"/>
                <a:gd name="T2" fmla="*/ 400 w 400"/>
                <a:gd name="T3" fmla="*/ 286 h 286"/>
                <a:gd name="T4" fmla="*/ 400 w 400"/>
                <a:gd name="T5" fmla="*/ 200 h 286"/>
                <a:gd name="T6" fmla="*/ 0 w 400"/>
                <a:gd name="T7" fmla="*/ 0 h 286"/>
                <a:gd name="T8" fmla="*/ 0 w 400"/>
                <a:gd name="T9" fmla="*/ 27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0" y="276"/>
                  </a:moveTo>
                  <a:lnTo>
                    <a:pt x="400" y="286"/>
                  </a:lnTo>
                  <a:lnTo>
                    <a:pt x="400" y="200"/>
                  </a:lnTo>
                  <a:lnTo>
                    <a:pt x="0" y="0"/>
                  </a:lnTo>
                  <a:lnTo>
                    <a:pt x="0" y="2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5" name="Freeform 239">
              <a:extLst>
                <a:ext uri="{FF2B5EF4-FFF2-40B4-BE49-F238E27FC236}">
                  <a16:creationId xmlns:a16="http://schemas.microsoft.com/office/drawing/2014/main" id="{BB232304-005E-43CC-ABF1-36E57B17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443288"/>
              <a:ext cx="635000" cy="454025"/>
            </a:xfrm>
            <a:custGeom>
              <a:avLst/>
              <a:gdLst>
                <a:gd name="T0" fmla="*/ 0 w 400"/>
                <a:gd name="T1" fmla="*/ 286 h 286"/>
                <a:gd name="T2" fmla="*/ 400 w 400"/>
                <a:gd name="T3" fmla="*/ 86 h 286"/>
                <a:gd name="T4" fmla="*/ 400 w 400"/>
                <a:gd name="T5" fmla="*/ 0 h 286"/>
                <a:gd name="T6" fmla="*/ 0 w 400"/>
                <a:gd name="T7" fmla="*/ 10 h 286"/>
                <a:gd name="T8" fmla="*/ 0 w 400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0" y="286"/>
                  </a:moveTo>
                  <a:lnTo>
                    <a:pt x="400" y="86"/>
                  </a:lnTo>
                  <a:lnTo>
                    <a:pt x="400" y="0"/>
                  </a:lnTo>
                  <a:lnTo>
                    <a:pt x="0" y="10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6" name="Freeform 240">
              <a:extLst>
                <a:ext uri="{FF2B5EF4-FFF2-40B4-BE49-F238E27FC236}">
                  <a16:creationId xmlns:a16="http://schemas.microsoft.com/office/drawing/2014/main" id="{C10EA3C2-8648-4848-B2E5-36D27E49C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443288"/>
              <a:ext cx="635000" cy="454025"/>
            </a:xfrm>
            <a:custGeom>
              <a:avLst/>
              <a:gdLst>
                <a:gd name="T0" fmla="*/ 0 w 400"/>
                <a:gd name="T1" fmla="*/ 286 h 286"/>
                <a:gd name="T2" fmla="*/ 400 w 400"/>
                <a:gd name="T3" fmla="*/ 86 h 286"/>
                <a:gd name="T4" fmla="*/ 400 w 400"/>
                <a:gd name="T5" fmla="*/ 0 h 286"/>
                <a:gd name="T6" fmla="*/ 0 w 400"/>
                <a:gd name="T7" fmla="*/ 10 h 286"/>
                <a:gd name="T8" fmla="*/ 0 w 400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0" y="286"/>
                  </a:moveTo>
                  <a:lnTo>
                    <a:pt x="400" y="86"/>
                  </a:lnTo>
                  <a:lnTo>
                    <a:pt x="400" y="0"/>
                  </a:lnTo>
                  <a:lnTo>
                    <a:pt x="0" y="10"/>
                  </a:lnTo>
                  <a:lnTo>
                    <a:pt x="0" y="2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7" name="Freeform 241">
              <a:extLst>
                <a:ext uri="{FF2B5EF4-FFF2-40B4-BE49-F238E27FC236}">
                  <a16:creationId xmlns:a16="http://schemas.microsoft.com/office/drawing/2014/main" id="{1C30E25D-9D28-4F8F-8B65-A3F9463E0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608388"/>
              <a:ext cx="635000" cy="784225"/>
            </a:xfrm>
            <a:custGeom>
              <a:avLst/>
              <a:gdLst>
                <a:gd name="T0" fmla="*/ 0 w 400"/>
                <a:gd name="T1" fmla="*/ 494 h 494"/>
                <a:gd name="T2" fmla="*/ 400 w 400"/>
                <a:gd name="T3" fmla="*/ 84 h 494"/>
                <a:gd name="T4" fmla="*/ 400 w 400"/>
                <a:gd name="T5" fmla="*/ 0 h 494"/>
                <a:gd name="T6" fmla="*/ 0 w 400"/>
                <a:gd name="T7" fmla="*/ 218 h 494"/>
                <a:gd name="T8" fmla="*/ 0 w 400"/>
                <a:gd name="T9" fmla="*/ 49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0" y="494"/>
                  </a:moveTo>
                  <a:lnTo>
                    <a:pt x="400" y="84"/>
                  </a:lnTo>
                  <a:lnTo>
                    <a:pt x="400" y="0"/>
                  </a:lnTo>
                  <a:lnTo>
                    <a:pt x="0" y="218"/>
                  </a:lnTo>
                  <a:lnTo>
                    <a:pt x="0" y="4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8" name="Freeform 242">
              <a:extLst>
                <a:ext uri="{FF2B5EF4-FFF2-40B4-BE49-F238E27FC236}">
                  <a16:creationId xmlns:a16="http://schemas.microsoft.com/office/drawing/2014/main" id="{9CD0BB3E-47CB-4919-8FE4-8A31463DA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608388"/>
              <a:ext cx="635000" cy="784225"/>
            </a:xfrm>
            <a:custGeom>
              <a:avLst/>
              <a:gdLst>
                <a:gd name="T0" fmla="*/ 0 w 400"/>
                <a:gd name="T1" fmla="*/ 494 h 494"/>
                <a:gd name="T2" fmla="*/ 400 w 400"/>
                <a:gd name="T3" fmla="*/ 84 h 494"/>
                <a:gd name="T4" fmla="*/ 400 w 400"/>
                <a:gd name="T5" fmla="*/ 0 h 494"/>
                <a:gd name="T6" fmla="*/ 0 w 400"/>
                <a:gd name="T7" fmla="*/ 218 h 494"/>
                <a:gd name="T8" fmla="*/ 0 w 400"/>
                <a:gd name="T9" fmla="*/ 49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0" y="494"/>
                  </a:moveTo>
                  <a:lnTo>
                    <a:pt x="400" y="84"/>
                  </a:lnTo>
                  <a:lnTo>
                    <a:pt x="400" y="0"/>
                  </a:lnTo>
                  <a:lnTo>
                    <a:pt x="0" y="218"/>
                  </a:lnTo>
                  <a:lnTo>
                    <a:pt x="0" y="49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9" name="Freeform 244">
              <a:extLst>
                <a:ext uri="{FF2B5EF4-FFF2-40B4-BE49-F238E27FC236}">
                  <a16:creationId xmlns:a16="http://schemas.microsoft.com/office/drawing/2014/main" id="{E4F0C1BC-E911-4408-86C0-79C360CD7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465388"/>
              <a:ext cx="635000" cy="784225"/>
            </a:xfrm>
            <a:custGeom>
              <a:avLst/>
              <a:gdLst>
                <a:gd name="T0" fmla="*/ 0 w 400"/>
                <a:gd name="T1" fmla="*/ 0 h 494"/>
                <a:gd name="T2" fmla="*/ 0 w 400"/>
                <a:gd name="T3" fmla="*/ 276 h 494"/>
                <a:gd name="T4" fmla="*/ 400 w 400"/>
                <a:gd name="T5" fmla="*/ 494 h 494"/>
                <a:gd name="T6" fmla="*/ 400 w 400"/>
                <a:gd name="T7" fmla="*/ 410 h 494"/>
                <a:gd name="T8" fmla="*/ 0 w 400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0" y="0"/>
                  </a:moveTo>
                  <a:lnTo>
                    <a:pt x="0" y="276"/>
                  </a:lnTo>
                  <a:lnTo>
                    <a:pt x="400" y="494"/>
                  </a:lnTo>
                  <a:lnTo>
                    <a:pt x="400" y="4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0" name="Freeform 246">
              <a:extLst>
                <a:ext uri="{FF2B5EF4-FFF2-40B4-BE49-F238E27FC236}">
                  <a16:creationId xmlns:a16="http://schemas.microsoft.com/office/drawing/2014/main" id="{E633226C-54F9-47A9-99F8-1130EF3BF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960688"/>
              <a:ext cx="635000" cy="454025"/>
            </a:xfrm>
            <a:custGeom>
              <a:avLst/>
              <a:gdLst>
                <a:gd name="T0" fmla="*/ 0 w 400"/>
                <a:gd name="T1" fmla="*/ 0 h 286"/>
                <a:gd name="T2" fmla="*/ 0 w 400"/>
                <a:gd name="T3" fmla="*/ 276 h 286"/>
                <a:gd name="T4" fmla="*/ 400 w 400"/>
                <a:gd name="T5" fmla="*/ 286 h 286"/>
                <a:gd name="T6" fmla="*/ 400 w 400"/>
                <a:gd name="T7" fmla="*/ 200 h 286"/>
                <a:gd name="T8" fmla="*/ 0 w 400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0" y="0"/>
                  </a:moveTo>
                  <a:lnTo>
                    <a:pt x="0" y="276"/>
                  </a:lnTo>
                  <a:lnTo>
                    <a:pt x="400" y="286"/>
                  </a:lnTo>
                  <a:lnTo>
                    <a:pt x="400" y="20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1" name="Freeform 248">
              <a:extLst>
                <a:ext uri="{FF2B5EF4-FFF2-40B4-BE49-F238E27FC236}">
                  <a16:creationId xmlns:a16="http://schemas.microsoft.com/office/drawing/2014/main" id="{6A8C461B-0396-4695-8626-7984A1BF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443288"/>
              <a:ext cx="635000" cy="454025"/>
            </a:xfrm>
            <a:custGeom>
              <a:avLst/>
              <a:gdLst>
                <a:gd name="T0" fmla="*/ 400 w 400"/>
                <a:gd name="T1" fmla="*/ 0 h 286"/>
                <a:gd name="T2" fmla="*/ 0 w 400"/>
                <a:gd name="T3" fmla="*/ 10 h 286"/>
                <a:gd name="T4" fmla="*/ 0 w 400"/>
                <a:gd name="T5" fmla="*/ 286 h 286"/>
                <a:gd name="T6" fmla="*/ 400 w 400"/>
                <a:gd name="T7" fmla="*/ 86 h 286"/>
                <a:gd name="T8" fmla="*/ 400 w 400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400" y="0"/>
                  </a:moveTo>
                  <a:lnTo>
                    <a:pt x="0" y="10"/>
                  </a:lnTo>
                  <a:lnTo>
                    <a:pt x="0" y="286"/>
                  </a:lnTo>
                  <a:lnTo>
                    <a:pt x="400" y="86"/>
                  </a:lnTo>
                  <a:lnTo>
                    <a:pt x="40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2" name="Freeform 250">
              <a:extLst>
                <a:ext uri="{FF2B5EF4-FFF2-40B4-BE49-F238E27FC236}">
                  <a16:creationId xmlns:a16="http://schemas.microsoft.com/office/drawing/2014/main" id="{E391861B-252E-4FCD-906B-53C72C826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608388"/>
              <a:ext cx="635000" cy="784225"/>
            </a:xfrm>
            <a:custGeom>
              <a:avLst/>
              <a:gdLst>
                <a:gd name="T0" fmla="*/ 400 w 400"/>
                <a:gd name="T1" fmla="*/ 0 h 494"/>
                <a:gd name="T2" fmla="*/ 0 w 400"/>
                <a:gd name="T3" fmla="*/ 218 h 494"/>
                <a:gd name="T4" fmla="*/ 0 w 400"/>
                <a:gd name="T5" fmla="*/ 494 h 494"/>
                <a:gd name="T6" fmla="*/ 400 w 400"/>
                <a:gd name="T7" fmla="*/ 84 h 494"/>
                <a:gd name="T8" fmla="*/ 400 w 400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400" y="0"/>
                  </a:moveTo>
                  <a:lnTo>
                    <a:pt x="0" y="218"/>
                  </a:lnTo>
                  <a:lnTo>
                    <a:pt x="0" y="494"/>
                  </a:lnTo>
                  <a:lnTo>
                    <a:pt x="400" y="84"/>
                  </a:lnTo>
                  <a:lnTo>
                    <a:pt x="40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C94889-2E32-40A1-AB9F-C330BDCB2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1625" y="3116263"/>
              <a:ext cx="539750" cy="133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46EAB2F-D19F-4619-B28C-DB7B091EB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1625" y="3278188"/>
              <a:ext cx="539750" cy="1365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3792820-9C59-4D79-90C3-0B269FB25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1625" y="3443288"/>
              <a:ext cx="539750" cy="136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B8FC936-F335-4F95-9BAB-56998FAC6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1625" y="3608388"/>
              <a:ext cx="5397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7" name="Freeform 255">
              <a:extLst>
                <a:ext uri="{FF2B5EF4-FFF2-40B4-BE49-F238E27FC236}">
                  <a16:creationId xmlns:a16="http://schemas.microsoft.com/office/drawing/2014/main" id="{F42A30C4-2BD0-40FE-8EEB-2E9024B34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200" y="2840038"/>
              <a:ext cx="311150" cy="409575"/>
            </a:xfrm>
            <a:custGeom>
              <a:avLst/>
              <a:gdLst>
                <a:gd name="T0" fmla="*/ 196 w 196"/>
                <a:gd name="T1" fmla="*/ 258 h 258"/>
                <a:gd name="T2" fmla="*/ 0 w 196"/>
                <a:gd name="T3" fmla="*/ 258 h 258"/>
                <a:gd name="T4" fmla="*/ 0 w 196"/>
                <a:gd name="T5" fmla="*/ 0 h 258"/>
                <a:gd name="T6" fmla="*/ 196 w 196"/>
                <a:gd name="T7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6" h="258">
                  <a:moveTo>
                    <a:pt x="196" y="258"/>
                  </a:moveTo>
                  <a:lnTo>
                    <a:pt x="0" y="258"/>
                  </a:lnTo>
                  <a:lnTo>
                    <a:pt x="0" y="0"/>
                  </a:lnTo>
                  <a:lnTo>
                    <a:pt x="196" y="25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8" name="Freeform 256">
              <a:extLst>
                <a:ext uri="{FF2B5EF4-FFF2-40B4-BE49-F238E27FC236}">
                  <a16:creationId xmlns:a16="http://schemas.microsoft.com/office/drawing/2014/main" id="{556216EC-5CDF-4B48-B0EB-32E577D38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191375" y="3278188"/>
              <a:ext cx="428625" cy="136525"/>
            </a:xfrm>
            <a:custGeom>
              <a:avLst/>
              <a:gdLst>
                <a:gd name="T0" fmla="*/ 270 w 270"/>
                <a:gd name="T1" fmla="*/ 86 h 86"/>
                <a:gd name="T2" fmla="*/ 0 w 270"/>
                <a:gd name="T3" fmla="*/ 86 h 86"/>
                <a:gd name="T4" fmla="*/ 0 w 270"/>
                <a:gd name="T5" fmla="*/ 0 h 86"/>
                <a:gd name="T6" fmla="*/ 204 w 270"/>
                <a:gd name="T7" fmla="*/ 0 h 86"/>
                <a:gd name="T8" fmla="*/ 270 w 270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86">
                  <a:moveTo>
                    <a:pt x="27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204" y="0"/>
                  </a:lnTo>
                  <a:lnTo>
                    <a:pt x="270" y="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9" name="Freeform 257">
              <a:extLst>
                <a:ext uri="{FF2B5EF4-FFF2-40B4-BE49-F238E27FC236}">
                  <a16:creationId xmlns:a16="http://schemas.microsoft.com/office/drawing/2014/main" id="{F33CD8B7-9D36-4304-AB9C-C527B9DFD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200" y="3608388"/>
              <a:ext cx="311150" cy="409575"/>
            </a:xfrm>
            <a:custGeom>
              <a:avLst/>
              <a:gdLst>
                <a:gd name="T0" fmla="*/ 196 w 196"/>
                <a:gd name="T1" fmla="*/ 0 h 258"/>
                <a:gd name="T2" fmla="*/ 0 w 196"/>
                <a:gd name="T3" fmla="*/ 0 h 258"/>
                <a:gd name="T4" fmla="*/ 0 w 196"/>
                <a:gd name="T5" fmla="*/ 258 h 258"/>
                <a:gd name="T6" fmla="*/ 196 w 196"/>
                <a:gd name="T7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6" h="258">
                  <a:moveTo>
                    <a:pt x="196" y="0"/>
                  </a:moveTo>
                  <a:lnTo>
                    <a:pt x="0" y="0"/>
                  </a:lnTo>
                  <a:lnTo>
                    <a:pt x="0" y="25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0" name="Freeform 258">
              <a:extLst>
                <a:ext uri="{FF2B5EF4-FFF2-40B4-BE49-F238E27FC236}">
                  <a16:creationId xmlns:a16="http://schemas.microsoft.com/office/drawing/2014/main" id="{7104999F-0A62-4ECD-AE95-3F3617105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191375" y="3443288"/>
              <a:ext cx="428625" cy="136525"/>
            </a:xfrm>
            <a:custGeom>
              <a:avLst/>
              <a:gdLst>
                <a:gd name="T0" fmla="*/ 270 w 270"/>
                <a:gd name="T1" fmla="*/ 0 h 86"/>
                <a:gd name="T2" fmla="*/ 0 w 270"/>
                <a:gd name="T3" fmla="*/ 0 h 86"/>
                <a:gd name="T4" fmla="*/ 0 w 270"/>
                <a:gd name="T5" fmla="*/ 86 h 86"/>
                <a:gd name="T6" fmla="*/ 204 w 270"/>
                <a:gd name="T7" fmla="*/ 86 h 86"/>
                <a:gd name="T8" fmla="*/ 270 w 270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86">
                  <a:moveTo>
                    <a:pt x="270" y="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204" y="86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1" name="Freeform 243">
              <a:extLst>
                <a:ext uri="{FF2B5EF4-FFF2-40B4-BE49-F238E27FC236}">
                  <a16:creationId xmlns:a16="http://schemas.microsoft.com/office/drawing/2014/main" id="{9CD0BA89-DB3A-4C6D-915A-89DA0C9C2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465387"/>
              <a:ext cx="635000" cy="784225"/>
            </a:xfrm>
            <a:custGeom>
              <a:avLst/>
              <a:gdLst>
                <a:gd name="T0" fmla="*/ 0 w 400"/>
                <a:gd name="T1" fmla="*/ 0 h 494"/>
                <a:gd name="T2" fmla="*/ 0 w 400"/>
                <a:gd name="T3" fmla="*/ 276 h 494"/>
                <a:gd name="T4" fmla="*/ 400 w 400"/>
                <a:gd name="T5" fmla="*/ 494 h 494"/>
                <a:gd name="T6" fmla="*/ 400 w 400"/>
                <a:gd name="T7" fmla="*/ 410 h 494"/>
                <a:gd name="T8" fmla="*/ 0 w 400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0" y="0"/>
                  </a:moveTo>
                  <a:lnTo>
                    <a:pt x="0" y="276"/>
                  </a:lnTo>
                  <a:lnTo>
                    <a:pt x="400" y="494"/>
                  </a:lnTo>
                  <a:lnTo>
                    <a:pt x="400" y="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2" name="Freeform 245">
              <a:extLst>
                <a:ext uri="{FF2B5EF4-FFF2-40B4-BE49-F238E27FC236}">
                  <a16:creationId xmlns:a16="http://schemas.microsoft.com/office/drawing/2014/main" id="{10BDF724-4FCE-4158-B0EE-D2934DC51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2960687"/>
              <a:ext cx="635000" cy="454025"/>
            </a:xfrm>
            <a:custGeom>
              <a:avLst/>
              <a:gdLst>
                <a:gd name="T0" fmla="*/ 0 w 400"/>
                <a:gd name="T1" fmla="*/ 0 h 286"/>
                <a:gd name="T2" fmla="*/ 0 w 400"/>
                <a:gd name="T3" fmla="*/ 276 h 286"/>
                <a:gd name="T4" fmla="*/ 400 w 400"/>
                <a:gd name="T5" fmla="*/ 286 h 286"/>
                <a:gd name="T6" fmla="*/ 400 w 400"/>
                <a:gd name="T7" fmla="*/ 200 h 286"/>
                <a:gd name="T8" fmla="*/ 0 w 400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0" y="0"/>
                  </a:moveTo>
                  <a:lnTo>
                    <a:pt x="0" y="276"/>
                  </a:lnTo>
                  <a:lnTo>
                    <a:pt x="400" y="286"/>
                  </a:lnTo>
                  <a:lnTo>
                    <a:pt x="400" y="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3" name="Freeform 247">
              <a:extLst>
                <a:ext uri="{FF2B5EF4-FFF2-40B4-BE49-F238E27FC236}">
                  <a16:creationId xmlns:a16="http://schemas.microsoft.com/office/drawing/2014/main" id="{76BA3CA4-F28F-430F-9335-557E74A6A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443287"/>
              <a:ext cx="635000" cy="454025"/>
            </a:xfrm>
            <a:custGeom>
              <a:avLst/>
              <a:gdLst>
                <a:gd name="T0" fmla="*/ 400 w 400"/>
                <a:gd name="T1" fmla="*/ 0 h 286"/>
                <a:gd name="T2" fmla="*/ 0 w 400"/>
                <a:gd name="T3" fmla="*/ 10 h 286"/>
                <a:gd name="T4" fmla="*/ 0 w 400"/>
                <a:gd name="T5" fmla="*/ 286 h 286"/>
                <a:gd name="T6" fmla="*/ 400 w 400"/>
                <a:gd name="T7" fmla="*/ 86 h 286"/>
                <a:gd name="T8" fmla="*/ 400 w 400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86">
                  <a:moveTo>
                    <a:pt x="400" y="0"/>
                  </a:moveTo>
                  <a:lnTo>
                    <a:pt x="0" y="10"/>
                  </a:lnTo>
                  <a:lnTo>
                    <a:pt x="0" y="286"/>
                  </a:lnTo>
                  <a:lnTo>
                    <a:pt x="400" y="86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4" name="Freeform 249">
              <a:extLst>
                <a:ext uri="{FF2B5EF4-FFF2-40B4-BE49-F238E27FC236}">
                  <a16:creationId xmlns:a16="http://schemas.microsoft.com/office/drawing/2014/main" id="{9F0E0722-555A-4B86-A516-EAAA8BA2E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625" y="3608387"/>
              <a:ext cx="635000" cy="784225"/>
            </a:xfrm>
            <a:custGeom>
              <a:avLst/>
              <a:gdLst>
                <a:gd name="T0" fmla="*/ 400 w 400"/>
                <a:gd name="T1" fmla="*/ 0 h 494"/>
                <a:gd name="T2" fmla="*/ 0 w 400"/>
                <a:gd name="T3" fmla="*/ 218 h 494"/>
                <a:gd name="T4" fmla="*/ 0 w 400"/>
                <a:gd name="T5" fmla="*/ 494 h 494"/>
                <a:gd name="T6" fmla="*/ 400 w 400"/>
                <a:gd name="T7" fmla="*/ 84 h 494"/>
                <a:gd name="T8" fmla="*/ 400 w 400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494">
                  <a:moveTo>
                    <a:pt x="400" y="0"/>
                  </a:moveTo>
                  <a:lnTo>
                    <a:pt x="0" y="218"/>
                  </a:lnTo>
                  <a:lnTo>
                    <a:pt x="0" y="494"/>
                  </a:lnTo>
                  <a:lnTo>
                    <a:pt x="400" y="8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7B71546-8F7C-F034-4B7D-081D30377F2E}"/>
              </a:ext>
            </a:extLst>
          </p:cNvPr>
          <p:cNvGrpSpPr/>
          <p:nvPr/>
        </p:nvGrpSpPr>
        <p:grpSpPr>
          <a:xfrm>
            <a:off x="1507089" y="1853773"/>
            <a:ext cx="2875205" cy="2070100"/>
            <a:chOff x="4658397" y="2393950"/>
            <a:chExt cx="2875205" cy="2070100"/>
          </a:xfrm>
        </p:grpSpPr>
        <p:sp>
          <p:nvSpPr>
            <p:cNvPr id="56" name="Freeform 260">
              <a:extLst>
                <a:ext uri="{FF2B5EF4-FFF2-40B4-BE49-F238E27FC236}">
                  <a16:creationId xmlns:a16="http://schemas.microsoft.com/office/drawing/2014/main" id="{5B3BD6C3-BE3E-4959-9B5D-DB8D680D1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626772" y="2393950"/>
              <a:ext cx="438150" cy="1425575"/>
            </a:xfrm>
            <a:custGeom>
              <a:avLst/>
              <a:gdLst>
                <a:gd name="T0" fmla="*/ 276 w 276"/>
                <a:gd name="T1" fmla="*/ 170 h 898"/>
                <a:gd name="T2" fmla="*/ 276 w 276"/>
                <a:gd name="T3" fmla="*/ 898 h 898"/>
                <a:gd name="T4" fmla="*/ 0 w 276"/>
                <a:gd name="T5" fmla="*/ 898 h 898"/>
                <a:gd name="T6" fmla="*/ 0 w 276"/>
                <a:gd name="T7" fmla="*/ 170 h 898"/>
                <a:gd name="T8" fmla="*/ 138 w 276"/>
                <a:gd name="T9" fmla="*/ 0 h 898"/>
                <a:gd name="T10" fmla="*/ 276 w 276"/>
                <a:gd name="T11" fmla="*/ 17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6" h="898">
                  <a:moveTo>
                    <a:pt x="276" y="170"/>
                  </a:moveTo>
                  <a:lnTo>
                    <a:pt x="276" y="898"/>
                  </a:lnTo>
                  <a:lnTo>
                    <a:pt x="0" y="898"/>
                  </a:lnTo>
                  <a:lnTo>
                    <a:pt x="0" y="170"/>
                  </a:lnTo>
                  <a:lnTo>
                    <a:pt x="138" y="0"/>
                  </a:lnTo>
                  <a:lnTo>
                    <a:pt x="276" y="1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7" name="Freeform 219">
              <a:extLst>
                <a:ext uri="{FF2B5EF4-FFF2-40B4-BE49-F238E27FC236}">
                  <a16:creationId xmlns:a16="http://schemas.microsoft.com/office/drawing/2014/main" id="{32131487-9EFD-454A-8BE3-AC366614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397" y="3819525"/>
              <a:ext cx="911225" cy="644525"/>
            </a:xfrm>
            <a:custGeom>
              <a:avLst/>
              <a:gdLst>
                <a:gd name="T0" fmla="*/ 574 w 574"/>
                <a:gd name="T1" fmla="*/ 0 h 406"/>
                <a:gd name="T2" fmla="*/ 424 w 574"/>
                <a:gd name="T3" fmla="*/ 406 h 406"/>
                <a:gd name="T4" fmla="*/ 0 w 574"/>
                <a:gd name="T5" fmla="*/ 406 h 406"/>
                <a:gd name="T6" fmla="*/ 298 w 574"/>
                <a:gd name="T7" fmla="*/ 0 h 406"/>
                <a:gd name="T8" fmla="*/ 574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574" y="0"/>
                  </a:moveTo>
                  <a:lnTo>
                    <a:pt x="424" y="406"/>
                  </a:lnTo>
                  <a:lnTo>
                    <a:pt x="0" y="406"/>
                  </a:lnTo>
                  <a:lnTo>
                    <a:pt x="298" y="0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8" name="Freeform 220">
              <a:extLst>
                <a:ext uri="{FF2B5EF4-FFF2-40B4-BE49-F238E27FC236}">
                  <a16:creationId xmlns:a16="http://schemas.microsoft.com/office/drawing/2014/main" id="{8FD13D66-5300-4B05-86AF-CC98139A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397" y="3819525"/>
              <a:ext cx="911225" cy="644525"/>
            </a:xfrm>
            <a:custGeom>
              <a:avLst/>
              <a:gdLst>
                <a:gd name="T0" fmla="*/ 574 w 574"/>
                <a:gd name="T1" fmla="*/ 0 h 406"/>
                <a:gd name="T2" fmla="*/ 424 w 574"/>
                <a:gd name="T3" fmla="*/ 406 h 406"/>
                <a:gd name="T4" fmla="*/ 0 w 574"/>
                <a:gd name="T5" fmla="*/ 406 h 406"/>
                <a:gd name="T6" fmla="*/ 298 w 574"/>
                <a:gd name="T7" fmla="*/ 0 h 406"/>
                <a:gd name="T8" fmla="*/ 574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574" y="0"/>
                  </a:moveTo>
                  <a:lnTo>
                    <a:pt x="424" y="406"/>
                  </a:lnTo>
                  <a:lnTo>
                    <a:pt x="0" y="406"/>
                  </a:lnTo>
                  <a:lnTo>
                    <a:pt x="298" y="0"/>
                  </a:lnTo>
                  <a:lnTo>
                    <a:pt x="5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9" name="Freeform 221">
              <a:extLst>
                <a:ext uri="{FF2B5EF4-FFF2-40B4-BE49-F238E27FC236}">
                  <a16:creationId xmlns:a16="http://schemas.microsoft.com/office/drawing/2014/main" id="{D4864BE4-5221-4FF4-8D57-00C2B68CA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822" y="3819525"/>
              <a:ext cx="673100" cy="644525"/>
            </a:xfrm>
            <a:custGeom>
              <a:avLst/>
              <a:gdLst>
                <a:gd name="T0" fmla="*/ 424 w 424"/>
                <a:gd name="T1" fmla="*/ 0 h 406"/>
                <a:gd name="T2" fmla="*/ 424 w 424"/>
                <a:gd name="T3" fmla="*/ 406 h 406"/>
                <a:gd name="T4" fmla="*/ 0 w 424"/>
                <a:gd name="T5" fmla="*/ 406 h 406"/>
                <a:gd name="T6" fmla="*/ 148 w 424"/>
                <a:gd name="T7" fmla="*/ 0 h 406"/>
                <a:gd name="T8" fmla="*/ 424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424" y="0"/>
                  </a:moveTo>
                  <a:lnTo>
                    <a:pt x="424" y="406"/>
                  </a:lnTo>
                  <a:lnTo>
                    <a:pt x="0" y="406"/>
                  </a:lnTo>
                  <a:lnTo>
                    <a:pt x="148" y="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0" name="Freeform 222">
              <a:extLst>
                <a:ext uri="{FF2B5EF4-FFF2-40B4-BE49-F238E27FC236}">
                  <a16:creationId xmlns:a16="http://schemas.microsoft.com/office/drawing/2014/main" id="{B459022E-E13B-4A50-AE39-5D11155EB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822" y="3819525"/>
              <a:ext cx="673100" cy="644525"/>
            </a:xfrm>
            <a:custGeom>
              <a:avLst/>
              <a:gdLst>
                <a:gd name="T0" fmla="*/ 424 w 424"/>
                <a:gd name="T1" fmla="*/ 0 h 406"/>
                <a:gd name="T2" fmla="*/ 424 w 424"/>
                <a:gd name="T3" fmla="*/ 406 h 406"/>
                <a:gd name="T4" fmla="*/ 0 w 424"/>
                <a:gd name="T5" fmla="*/ 406 h 406"/>
                <a:gd name="T6" fmla="*/ 148 w 424"/>
                <a:gd name="T7" fmla="*/ 0 h 406"/>
                <a:gd name="T8" fmla="*/ 424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424" y="0"/>
                  </a:moveTo>
                  <a:lnTo>
                    <a:pt x="424" y="406"/>
                  </a:lnTo>
                  <a:lnTo>
                    <a:pt x="0" y="406"/>
                  </a:lnTo>
                  <a:lnTo>
                    <a:pt x="148" y="0"/>
                  </a:lnTo>
                  <a:lnTo>
                    <a:pt x="4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1" name="Freeform 223">
              <a:extLst>
                <a:ext uri="{FF2B5EF4-FFF2-40B4-BE49-F238E27FC236}">
                  <a16:creationId xmlns:a16="http://schemas.microsoft.com/office/drawing/2014/main" id="{D9933FF2-68C2-41A0-9ED7-83ACD54C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125247" y="3819525"/>
              <a:ext cx="673100" cy="644525"/>
            </a:xfrm>
            <a:custGeom>
              <a:avLst/>
              <a:gdLst>
                <a:gd name="T0" fmla="*/ 276 w 424"/>
                <a:gd name="T1" fmla="*/ 0 h 406"/>
                <a:gd name="T2" fmla="*/ 424 w 424"/>
                <a:gd name="T3" fmla="*/ 406 h 406"/>
                <a:gd name="T4" fmla="*/ 0 w 424"/>
                <a:gd name="T5" fmla="*/ 406 h 406"/>
                <a:gd name="T6" fmla="*/ 0 w 424"/>
                <a:gd name="T7" fmla="*/ 0 h 406"/>
                <a:gd name="T8" fmla="*/ 276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276" y="0"/>
                  </a:moveTo>
                  <a:lnTo>
                    <a:pt x="424" y="406"/>
                  </a:lnTo>
                  <a:lnTo>
                    <a:pt x="0" y="406"/>
                  </a:lnTo>
                  <a:lnTo>
                    <a:pt x="0" y="0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2" name="Freeform 224">
              <a:extLst>
                <a:ext uri="{FF2B5EF4-FFF2-40B4-BE49-F238E27FC236}">
                  <a16:creationId xmlns:a16="http://schemas.microsoft.com/office/drawing/2014/main" id="{A888CE64-975F-4902-B3F4-F037673A5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125247" y="3819525"/>
              <a:ext cx="673100" cy="644525"/>
            </a:xfrm>
            <a:custGeom>
              <a:avLst/>
              <a:gdLst>
                <a:gd name="T0" fmla="*/ 276 w 424"/>
                <a:gd name="T1" fmla="*/ 0 h 406"/>
                <a:gd name="T2" fmla="*/ 424 w 424"/>
                <a:gd name="T3" fmla="*/ 406 h 406"/>
                <a:gd name="T4" fmla="*/ 0 w 424"/>
                <a:gd name="T5" fmla="*/ 406 h 406"/>
                <a:gd name="T6" fmla="*/ 0 w 424"/>
                <a:gd name="T7" fmla="*/ 0 h 406"/>
                <a:gd name="T8" fmla="*/ 276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276" y="0"/>
                  </a:moveTo>
                  <a:lnTo>
                    <a:pt x="424" y="406"/>
                  </a:lnTo>
                  <a:lnTo>
                    <a:pt x="0" y="406"/>
                  </a:lnTo>
                  <a:lnTo>
                    <a:pt x="0" y="0"/>
                  </a:lnTo>
                  <a:lnTo>
                    <a:pt x="2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3" name="Freeform 225">
              <a:extLst>
                <a:ext uri="{FF2B5EF4-FFF2-40B4-BE49-F238E27FC236}">
                  <a16:creationId xmlns:a16="http://schemas.microsoft.com/office/drawing/2014/main" id="{028245AA-4A90-410F-BB6B-5768BC79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620547" y="3819525"/>
              <a:ext cx="911225" cy="644525"/>
            </a:xfrm>
            <a:custGeom>
              <a:avLst/>
              <a:gdLst>
                <a:gd name="T0" fmla="*/ 276 w 574"/>
                <a:gd name="T1" fmla="*/ 0 h 406"/>
                <a:gd name="T2" fmla="*/ 574 w 574"/>
                <a:gd name="T3" fmla="*/ 406 h 406"/>
                <a:gd name="T4" fmla="*/ 150 w 574"/>
                <a:gd name="T5" fmla="*/ 406 h 406"/>
                <a:gd name="T6" fmla="*/ 0 w 574"/>
                <a:gd name="T7" fmla="*/ 0 h 406"/>
                <a:gd name="T8" fmla="*/ 276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276" y="0"/>
                  </a:moveTo>
                  <a:lnTo>
                    <a:pt x="574" y="406"/>
                  </a:lnTo>
                  <a:lnTo>
                    <a:pt x="150" y="406"/>
                  </a:lnTo>
                  <a:lnTo>
                    <a:pt x="0" y="0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868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4" name="Freeform 226">
              <a:extLst>
                <a:ext uri="{FF2B5EF4-FFF2-40B4-BE49-F238E27FC236}">
                  <a16:creationId xmlns:a16="http://schemas.microsoft.com/office/drawing/2014/main" id="{F0AFD335-B2C7-46FB-89D5-78A9FD483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620547" y="3819525"/>
              <a:ext cx="911225" cy="644525"/>
            </a:xfrm>
            <a:custGeom>
              <a:avLst/>
              <a:gdLst>
                <a:gd name="T0" fmla="*/ 276 w 574"/>
                <a:gd name="T1" fmla="*/ 0 h 406"/>
                <a:gd name="T2" fmla="*/ 574 w 574"/>
                <a:gd name="T3" fmla="*/ 406 h 406"/>
                <a:gd name="T4" fmla="*/ 150 w 574"/>
                <a:gd name="T5" fmla="*/ 406 h 406"/>
                <a:gd name="T6" fmla="*/ 0 w 574"/>
                <a:gd name="T7" fmla="*/ 0 h 406"/>
                <a:gd name="T8" fmla="*/ 276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276" y="0"/>
                  </a:moveTo>
                  <a:lnTo>
                    <a:pt x="574" y="406"/>
                  </a:lnTo>
                  <a:lnTo>
                    <a:pt x="150" y="406"/>
                  </a:lnTo>
                  <a:lnTo>
                    <a:pt x="0" y="0"/>
                  </a:lnTo>
                  <a:lnTo>
                    <a:pt x="2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5" name="Freeform 228">
              <a:extLst>
                <a:ext uri="{FF2B5EF4-FFF2-40B4-BE49-F238E27FC236}">
                  <a16:creationId xmlns:a16="http://schemas.microsoft.com/office/drawing/2014/main" id="{7177F5AE-3BD8-45D4-9963-FC21A15F7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397" y="3819525"/>
              <a:ext cx="911225" cy="644525"/>
            </a:xfrm>
            <a:custGeom>
              <a:avLst/>
              <a:gdLst>
                <a:gd name="T0" fmla="*/ 574 w 574"/>
                <a:gd name="T1" fmla="*/ 0 h 406"/>
                <a:gd name="T2" fmla="*/ 298 w 574"/>
                <a:gd name="T3" fmla="*/ 0 h 406"/>
                <a:gd name="T4" fmla="*/ 0 w 574"/>
                <a:gd name="T5" fmla="*/ 406 h 406"/>
                <a:gd name="T6" fmla="*/ 424 w 574"/>
                <a:gd name="T7" fmla="*/ 406 h 406"/>
                <a:gd name="T8" fmla="*/ 574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574" y="0"/>
                  </a:moveTo>
                  <a:lnTo>
                    <a:pt x="298" y="0"/>
                  </a:lnTo>
                  <a:lnTo>
                    <a:pt x="0" y="406"/>
                  </a:lnTo>
                  <a:lnTo>
                    <a:pt x="424" y="406"/>
                  </a:lnTo>
                  <a:lnTo>
                    <a:pt x="5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6" name="Freeform 230">
              <a:extLst>
                <a:ext uri="{FF2B5EF4-FFF2-40B4-BE49-F238E27FC236}">
                  <a16:creationId xmlns:a16="http://schemas.microsoft.com/office/drawing/2014/main" id="{043ABF94-BFA5-4FEC-B414-64F4710EB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822" y="3819525"/>
              <a:ext cx="673100" cy="644525"/>
            </a:xfrm>
            <a:custGeom>
              <a:avLst/>
              <a:gdLst>
                <a:gd name="T0" fmla="*/ 424 w 424"/>
                <a:gd name="T1" fmla="*/ 0 h 406"/>
                <a:gd name="T2" fmla="*/ 148 w 424"/>
                <a:gd name="T3" fmla="*/ 0 h 406"/>
                <a:gd name="T4" fmla="*/ 0 w 424"/>
                <a:gd name="T5" fmla="*/ 406 h 406"/>
                <a:gd name="T6" fmla="*/ 424 w 424"/>
                <a:gd name="T7" fmla="*/ 406 h 406"/>
                <a:gd name="T8" fmla="*/ 424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424" y="0"/>
                  </a:moveTo>
                  <a:lnTo>
                    <a:pt x="148" y="0"/>
                  </a:lnTo>
                  <a:lnTo>
                    <a:pt x="0" y="406"/>
                  </a:lnTo>
                  <a:lnTo>
                    <a:pt x="424" y="406"/>
                  </a:lnTo>
                  <a:lnTo>
                    <a:pt x="4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7" name="Freeform 232">
              <a:extLst>
                <a:ext uri="{FF2B5EF4-FFF2-40B4-BE49-F238E27FC236}">
                  <a16:creationId xmlns:a16="http://schemas.microsoft.com/office/drawing/2014/main" id="{25758F78-068C-43C1-B566-4338C584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125247" y="3819525"/>
              <a:ext cx="673100" cy="644525"/>
            </a:xfrm>
            <a:custGeom>
              <a:avLst/>
              <a:gdLst>
                <a:gd name="T0" fmla="*/ 276 w 424"/>
                <a:gd name="T1" fmla="*/ 0 h 406"/>
                <a:gd name="T2" fmla="*/ 0 w 424"/>
                <a:gd name="T3" fmla="*/ 0 h 406"/>
                <a:gd name="T4" fmla="*/ 0 w 424"/>
                <a:gd name="T5" fmla="*/ 406 h 406"/>
                <a:gd name="T6" fmla="*/ 424 w 424"/>
                <a:gd name="T7" fmla="*/ 406 h 406"/>
                <a:gd name="T8" fmla="*/ 276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276" y="0"/>
                  </a:moveTo>
                  <a:lnTo>
                    <a:pt x="0" y="0"/>
                  </a:lnTo>
                  <a:lnTo>
                    <a:pt x="0" y="406"/>
                  </a:lnTo>
                  <a:lnTo>
                    <a:pt x="424" y="406"/>
                  </a:lnTo>
                  <a:lnTo>
                    <a:pt x="2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8" name="Freeform 234">
              <a:extLst>
                <a:ext uri="{FF2B5EF4-FFF2-40B4-BE49-F238E27FC236}">
                  <a16:creationId xmlns:a16="http://schemas.microsoft.com/office/drawing/2014/main" id="{804DC617-FC9F-4825-8F0F-BFB2D39F9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620547" y="3819525"/>
              <a:ext cx="911225" cy="644525"/>
            </a:xfrm>
            <a:custGeom>
              <a:avLst/>
              <a:gdLst>
                <a:gd name="T0" fmla="*/ 276 w 574"/>
                <a:gd name="T1" fmla="*/ 0 h 406"/>
                <a:gd name="T2" fmla="*/ 0 w 574"/>
                <a:gd name="T3" fmla="*/ 0 h 406"/>
                <a:gd name="T4" fmla="*/ 150 w 574"/>
                <a:gd name="T5" fmla="*/ 406 h 406"/>
                <a:gd name="T6" fmla="*/ 574 w 574"/>
                <a:gd name="T7" fmla="*/ 406 h 406"/>
                <a:gd name="T8" fmla="*/ 276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276" y="0"/>
                  </a:moveTo>
                  <a:lnTo>
                    <a:pt x="0" y="0"/>
                  </a:lnTo>
                  <a:lnTo>
                    <a:pt x="150" y="406"/>
                  </a:lnTo>
                  <a:lnTo>
                    <a:pt x="574" y="406"/>
                  </a:lnTo>
                  <a:lnTo>
                    <a:pt x="27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9" name="Freeform 259">
              <a:extLst>
                <a:ext uri="{FF2B5EF4-FFF2-40B4-BE49-F238E27FC236}">
                  <a16:creationId xmlns:a16="http://schemas.microsoft.com/office/drawing/2014/main" id="{004D77D8-2993-456D-BDA4-65942F8B4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125122" y="2832100"/>
              <a:ext cx="444500" cy="987425"/>
            </a:xfrm>
            <a:custGeom>
              <a:avLst/>
              <a:gdLst>
                <a:gd name="T0" fmla="*/ 280 w 280"/>
                <a:gd name="T1" fmla="*/ 170 h 622"/>
                <a:gd name="T2" fmla="*/ 280 w 280"/>
                <a:gd name="T3" fmla="*/ 622 h 622"/>
                <a:gd name="T4" fmla="*/ 0 w 280"/>
                <a:gd name="T5" fmla="*/ 622 h 622"/>
                <a:gd name="T6" fmla="*/ 0 w 280"/>
                <a:gd name="T7" fmla="*/ 170 h 622"/>
                <a:gd name="T8" fmla="*/ 138 w 280"/>
                <a:gd name="T9" fmla="*/ 0 h 622"/>
                <a:gd name="T10" fmla="*/ 280 w 280"/>
                <a:gd name="T11" fmla="*/ 17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622">
                  <a:moveTo>
                    <a:pt x="280" y="170"/>
                  </a:moveTo>
                  <a:lnTo>
                    <a:pt x="280" y="622"/>
                  </a:lnTo>
                  <a:lnTo>
                    <a:pt x="0" y="622"/>
                  </a:lnTo>
                  <a:lnTo>
                    <a:pt x="0" y="170"/>
                  </a:lnTo>
                  <a:lnTo>
                    <a:pt x="138" y="0"/>
                  </a:lnTo>
                  <a:lnTo>
                    <a:pt x="280" y="17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0" name="Freeform 261">
              <a:extLst>
                <a:ext uri="{FF2B5EF4-FFF2-40B4-BE49-F238E27FC236}">
                  <a16:creationId xmlns:a16="http://schemas.microsoft.com/office/drawing/2014/main" id="{DE3526F7-1FC1-43DC-8033-ECCA83FA8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125247" y="2990850"/>
              <a:ext cx="438150" cy="828675"/>
            </a:xfrm>
            <a:custGeom>
              <a:avLst/>
              <a:gdLst>
                <a:gd name="T0" fmla="*/ 276 w 276"/>
                <a:gd name="T1" fmla="*/ 168 h 522"/>
                <a:gd name="T2" fmla="*/ 276 w 276"/>
                <a:gd name="T3" fmla="*/ 522 h 522"/>
                <a:gd name="T4" fmla="*/ 0 w 276"/>
                <a:gd name="T5" fmla="*/ 522 h 522"/>
                <a:gd name="T6" fmla="*/ 0 w 276"/>
                <a:gd name="T7" fmla="*/ 168 h 522"/>
                <a:gd name="T8" fmla="*/ 136 w 276"/>
                <a:gd name="T9" fmla="*/ 0 h 522"/>
                <a:gd name="T10" fmla="*/ 276 w 276"/>
                <a:gd name="T11" fmla="*/ 168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6" h="522">
                  <a:moveTo>
                    <a:pt x="276" y="168"/>
                  </a:moveTo>
                  <a:lnTo>
                    <a:pt x="276" y="522"/>
                  </a:lnTo>
                  <a:lnTo>
                    <a:pt x="0" y="522"/>
                  </a:lnTo>
                  <a:lnTo>
                    <a:pt x="0" y="168"/>
                  </a:lnTo>
                  <a:lnTo>
                    <a:pt x="136" y="0"/>
                  </a:lnTo>
                  <a:lnTo>
                    <a:pt x="276" y="1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1" name="Freeform 262">
              <a:extLst>
                <a:ext uri="{FF2B5EF4-FFF2-40B4-BE49-F238E27FC236}">
                  <a16:creationId xmlns:a16="http://schemas.microsoft.com/office/drawing/2014/main" id="{943BA2DF-90EB-4EA3-92BD-E3B5C1186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620547" y="2701925"/>
              <a:ext cx="438150" cy="1117600"/>
            </a:xfrm>
            <a:custGeom>
              <a:avLst/>
              <a:gdLst>
                <a:gd name="T0" fmla="*/ 276 w 276"/>
                <a:gd name="T1" fmla="*/ 170 h 704"/>
                <a:gd name="T2" fmla="*/ 276 w 276"/>
                <a:gd name="T3" fmla="*/ 704 h 704"/>
                <a:gd name="T4" fmla="*/ 0 w 276"/>
                <a:gd name="T5" fmla="*/ 704 h 704"/>
                <a:gd name="T6" fmla="*/ 0 w 276"/>
                <a:gd name="T7" fmla="*/ 170 h 704"/>
                <a:gd name="T8" fmla="*/ 138 w 276"/>
                <a:gd name="T9" fmla="*/ 0 h 704"/>
                <a:gd name="T10" fmla="*/ 276 w 276"/>
                <a:gd name="T11" fmla="*/ 17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6" h="704">
                  <a:moveTo>
                    <a:pt x="276" y="170"/>
                  </a:moveTo>
                  <a:lnTo>
                    <a:pt x="276" y="704"/>
                  </a:lnTo>
                  <a:lnTo>
                    <a:pt x="0" y="704"/>
                  </a:lnTo>
                  <a:lnTo>
                    <a:pt x="0" y="170"/>
                  </a:lnTo>
                  <a:lnTo>
                    <a:pt x="138" y="0"/>
                  </a:lnTo>
                  <a:lnTo>
                    <a:pt x="276" y="1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2" name="Freeform 227">
              <a:extLst>
                <a:ext uri="{FF2B5EF4-FFF2-40B4-BE49-F238E27FC236}">
                  <a16:creationId xmlns:a16="http://schemas.microsoft.com/office/drawing/2014/main" id="{38686268-A165-4BAD-A924-49024B847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227" y="3813174"/>
              <a:ext cx="911225" cy="644525"/>
            </a:xfrm>
            <a:custGeom>
              <a:avLst/>
              <a:gdLst>
                <a:gd name="T0" fmla="*/ 574 w 574"/>
                <a:gd name="T1" fmla="*/ 0 h 406"/>
                <a:gd name="T2" fmla="*/ 298 w 574"/>
                <a:gd name="T3" fmla="*/ 0 h 406"/>
                <a:gd name="T4" fmla="*/ 0 w 574"/>
                <a:gd name="T5" fmla="*/ 406 h 406"/>
                <a:gd name="T6" fmla="*/ 424 w 574"/>
                <a:gd name="T7" fmla="*/ 406 h 406"/>
                <a:gd name="T8" fmla="*/ 574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574" y="0"/>
                  </a:moveTo>
                  <a:lnTo>
                    <a:pt x="298" y="0"/>
                  </a:lnTo>
                  <a:lnTo>
                    <a:pt x="0" y="406"/>
                  </a:lnTo>
                  <a:lnTo>
                    <a:pt x="424" y="406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3" name="Freeform 229">
              <a:extLst>
                <a:ext uri="{FF2B5EF4-FFF2-40B4-BE49-F238E27FC236}">
                  <a16:creationId xmlns:a16="http://schemas.microsoft.com/office/drawing/2014/main" id="{40BB3A15-3FBC-4DBE-A29F-E4AC83390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652" y="3813174"/>
              <a:ext cx="673100" cy="644525"/>
            </a:xfrm>
            <a:custGeom>
              <a:avLst/>
              <a:gdLst>
                <a:gd name="T0" fmla="*/ 424 w 424"/>
                <a:gd name="T1" fmla="*/ 0 h 406"/>
                <a:gd name="T2" fmla="*/ 148 w 424"/>
                <a:gd name="T3" fmla="*/ 0 h 406"/>
                <a:gd name="T4" fmla="*/ 0 w 424"/>
                <a:gd name="T5" fmla="*/ 406 h 406"/>
                <a:gd name="T6" fmla="*/ 424 w 424"/>
                <a:gd name="T7" fmla="*/ 406 h 406"/>
                <a:gd name="T8" fmla="*/ 424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424" y="0"/>
                  </a:moveTo>
                  <a:lnTo>
                    <a:pt x="148" y="0"/>
                  </a:lnTo>
                  <a:lnTo>
                    <a:pt x="0" y="406"/>
                  </a:lnTo>
                  <a:lnTo>
                    <a:pt x="424" y="406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4" name="Freeform 231">
              <a:extLst>
                <a:ext uri="{FF2B5EF4-FFF2-40B4-BE49-F238E27FC236}">
                  <a16:creationId xmlns:a16="http://schemas.microsoft.com/office/drawing/2014/main" id="{AC456C42-B52D-4D0D-B933-9C5AE13B1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127077" y="3813174"/>
              <a:ext cx="673100" cy="644525"/>
            </a:xfrm>
            <a:custGeom>
              <a:avLst/>
              <a:gdLst>
                <a:gd name="T0" fmla="*/ 276 w 424"/>
                <a:gd name="T1" fmla="*/ 0 h 406"/>
                <a:gd name="T2" fmla="*/ 0 w 424"/>
                <a:gd name="T3" fmla="*/ 0 h 406"/>
                <a:gd name="T4" fmla="*/ 0 w 424"/>
                <a:gd name="T5" fmla="*/ 406 h 406"/>
                <a:gd name="T6" fmla="*/ 424 w 424"/>
                <a:gd name="T7" fmla="*/ 406 h 406"/>
                <a:gd name="T8" fmla="*/ 276 w 42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06">
                  <a:moveTo>
                    <a:pt x="276" y="0"/>
                  </a:moveTo>
                  <a:lnTo>
                    <a:pt x="0" y="0"/>
                  </a:lnTo>
                  <a:lnTo>
                    <a:pt x="0" y="406"/>
                  </a:lnTo>
                  <a:lnTo>
                    <a:pt x="424" y="406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5" name="Freeform 233">
              <a:extLst>
                <a:ext uri="{FF2B5EF4-FFF2-40B4-BE49-F238E27FC236}">
                  <a16:creationId xmlns:a16="http://schemas.microsoft.com/office/drawing/2014/main" id="{18DEB8A4-332F-482A-B97B-D3B3453AE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622377" y="3813174"/>
              <a:ext cx="911225" cy="644525"/>
            </a:xfrm>
            <a:custGeom>
              <a:avLst/>
              <a:gdLst>
                <a:gd name="T0" fmla="*/ 276 w 574"/>
                <a:gd name="T1" fmla="*/ 0 h 406"/>
                <a:gd name="T2" fmla="*/ 0 w 574"/>
                <a:gd name="T3" fmla="*/ 0 h 406"/>
                <a:gd name="T4" fmla="*/ 150 w 574"/>
                <a:gd name="T5" fmla="*/ 406 h 406"/>
                <a:gd name="T6" fmla="*/ 574 w 574"/>
                <a:gd name="T7" fmla="*/ 406 h 406"/>
                <a:gd name="T8" fmla="*/ 276 w 57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4" h="406">
                  <a:moveTo>
                    <a:pt x="276" y="0"/>
                  </a:moveTo>
                  <a:lnTo>
                    <a:pt x="0" y="0"/>
                  </a:lnTo>
                  <a:lnTo>
                    <a:pt x="150" y="406"/>
                  </a:lnTo>
                  <a:lnTo>
                    <a:pt x="574" y="406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A3357DF-B5B2-022C-705E-1918622837FD}"/>
              </a:ext>
            </a:extLst>
          </p:cNvPr>
          <p:cNvGrpSpPr/>
          <p:nvPr/>
        </p:nvGrpSpPr>
        <p:grpSpPr>
          <a:xfrm>
            <a:off x="7910929" y="2161748"/>
            <a:ext cx="2318586" cy="2319539"/>
            <a:chOff x="4936707" y="2269230"/>
            <a:chExt cx="2318586" cy="2319539"/>
          </a:xfrm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106AD4EA-C02D-4854-9828-A1D12B45C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135" y="3627537"/>
              <a:ext cx="370800" cy="370800"/>
            </a:xfrm>
            <a:custGeom>
              <a:avLst/>
              <a:gdLst>
                <a:gd name="T0" fmla="*/ 274 w 274"/>
                <a:gd name="T1" fmla="*/ 133 h 274"/>
                <a:gd name="T2" fmla="*/ 142 w 274"/>
                <a:gd name="T3" fmla="*/ 0 h 274"/>
                <a:gd name="T4" fmla="*/ 0 w 274"/>
                <a:gd name="T5" fmla="*/ 142 h 274"/>
                <a:gd name="T6" fmla="*/ 132 w 274"/>
                <a:gd name="T7" fmla="*/ 274 h 274"/>
                <a:gd name="T8" fmla="*/ 274 w 274"/>
                <a:gd name="T9" fmla="*/ 133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4">
                  <a:moveTo>
                    <a:pt x="274" y="133"/>
                  </a:moveTo>
                  <a:lnTo>
                    <a:pt x="142" y="0"/>
                  </a:lnTo>
                  <a:lnTo>
                    <a:pt x="0" y="142"/>
                  </a:lnTo>
                  <a:lnTo>
                    <a:pt x="132" y="274"/>
                  </a:lnTo>
                  <a:lnTo>
                    <a:pt x="274" y="1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8" name="Freeform 109">
              <a:extLst>
                <a:ext uri="{FF2B5EF4-FFF2-40B4-BE49-F238E27FC236}">
                  <a16:creationId xmlns:a16="http://schemas.microsoft.com/office/drawing/2014/main" id="{94101C4A-1CBB-4442-A54C-0AC39EC39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271035" y="2896931"/>
              <a:ext cx="370800" cy="370800"/>
            </a:xfrm>
            <a:custGeom>
              <a:avLst/>
              <a:gdLst>
                <a:gd name="T0" fmla="*/ 274 w 274"/>
                <a:gd name="T1" fmla="*/ 133 h 274"/>
                <a:gd name="T2" fmla="*/ 142 w 274"/>
                <a:gd name="T3" fmla="*/ 0 h 274"/>
                <a:gd name="T4" fmla="*/ 0 w 274"/>
                <a:gd name="T5" fmla="*/ 142 h 274"/>
                <a:gd name="T6" fmla="*/ 132 w 274"/>
                <a:gd name="T7" fmla="*/ 274 h 274"/>
                <a:gd name="T8" fmla="*/ 274 w 274"/>
                <a:gd name="T9" fmla="*/ 133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4">
                  <a:moveTo>
                    <a:pt x="274" y="133"/>
                  </a:moveTo>
                  <a:lnTo>
                    <a:pt x="142" y="0"/>
                  </a:lnTo>
                  <a:lnTo>
                    <a:pt x="0" y="142"/>
                  </a:lnTo>
                  <a:lnTo>
                    <a:pt x="132" y="274"/>
                  </a:lnTo>
                  <a:lnTo>
                    <a:pt x="274" y="1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9" name="Freeform 109">
              <a:extLst>
                <a:ext uri="{FF2B5EF4-FFF2-40B4-BE49-F238E27FC236}">
                  <a16:creationId xmlns:a16="http://schemas.microsoft.com/office/drawing/2014/main" id="{6F20116E-A232-484B-81A9-1550323D3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271035" y="3627537"/>
              <a:ext cx="370800" cy="370800"/>
            </a:xfrm>
            <a:custGeom>
              <a:avLst/>
              <a:gdLst>
                <a:gd name="T0" fmla="*/ 274 w 274"/>
                <a:gd name="T1" fmla="*/ 133 h 274"/>
                <a:gd name="T2" fmla="*/ 142 w 274"/>
                <a:gd name="T3" fmla="*/ 0 h 274"/>
                <a:gd name="T4" fmla="*/ 0 w 274"/>
                <a:gd name="T5" fmla="*/ 142 h 274"/>
                <a:gd name="T6" fmla="*/ 132 w 274"/>
                <a:gd name="T7" fmla="*/ 274 h 274"/>
                <a:gd name="T8" fmla="*/ 274 w 274"/>
                <a:gd name="T9" fmla="*/ 133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4">
                  <a:moveTo>
                    <a:pt x="274" y="133"/>
                  </a:moveTo>
                  <a:lnTo>
                    <a:pt x="142" y="0"/>
                  </a:lnTo>
                  <a:lnTo>
                    <a:pt x="0" y="142"/>
                  </a:lnTo>
                  <a:lnTo>
                    <a:pt x="132" y="274"/>
                  </a:lnTo>
                  <a:lnTo>
                    <a:pt x="274" y="13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0" name="Freeform 109">
              <a:extLst>
                <a:ext uri="{FF2B5EF4-FFF2-40B4-BE49-F238E27FC236}">
                  <a16:creationId xmlns:a16="http://schemas.microsoft.com/office/drawing/2014/main" id="{AB2F4492-4BFE-47AF-AF20-18324EB51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135" y="2896931"/>
              <a:ext cx="370800" cy="370800"/>
            </a:xfrm>
            <a:custGeom>
              <a:avLst/>
              <a:gdLst>
                <a:gd name="T0" fmla="*/ 274 w 274"/>
                <a:gd name="T1" fmla="*/ 133 h 274"/>
                <a:gd name="T2" fmla="*/ 142 w 274"/>
                <a:gd name="T3" fmla="*/ 0 h 274"/>
                <a:gd name="T4" fmla="*/ 0 w 274"/>
                <a:gd name="T5" fmla="*/ 142 h 274"/>
                <a:gd name="T6" fmla="*/ 132 w 274"/>
                <a:gd name="T7" fmla="*/ 274 h 274"/>
                <a:gd name="T8" fmla="*/ 274 w 274"/>
                <a:gd name="T9" fmla="*/ 133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4">
                  <a:moveTo>
                    <a:pt x="274" y="133"/>
                  </a:moveTo>
                  <a:lnTo>
                    <a:pt x="142" y="0"/>
                  </a:lnTo>
                  <a:lnTo>
                    <a:pt x="0" y="142"/>
                  </a:lnTo>
                  <a:lnTo>
                    <a:pt x="132" y="274"/>
                  </a:lnTo>
                  <a:lnTo>
                    <a:pt x="274" y="1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F2923BF-4092-4F37-9B12-10179086E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36707" y="3002399"/>
              <a:ext cx="853200" cy="85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539E740-2714-456A-9353-77EAD6F44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3107" y="3088799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8BDCA51-3C43-4916-BEF3-F5DCB41B5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402093" y="3002399"/>
              <a:ext cx="853200" cy="853200"/>
              <a:chOff x="5885192" y="2937065"/>
              <a:chExt cx="853200" cy="853200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7E8EFB2F-56D3-44AF-BB97-0A5C901642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885192" y="2937065"/>
                <a:ext cx="853200" cy="853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22EF913-D658-406B-A42B-6FB410B18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971592" y="3023465"/>
                <a:ext cx="680400" cy="680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D7884B1-1A11-4335-8F02-74BDE517B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667885" y="3735569"/>
              <a:ext cx="853200" cy="853200"/>
              <a:chOff x="5736334" y="3239077"/>
              <a:chExt cx="853200" cy="853200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FBA4249-0A9F-43B8-9214-554FF87646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736334" y="3239077"/>
                <a:ext cx="853200" cy="853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BAA0BD0-CDBF-4534-A1C7-5FE76580E2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822734" y="3325477"/>
                <a:ext cx="680400" cy="680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F9FA1538-E6CD-407B-BB42-3AB02A961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667885" y="2269230"/>
              <a:ext cx="853200" cy="853200"/>
              <a:chOff x="5649934" y="1652088"/>
              <a:chExt cx="853200" cy="85320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ED565D7-764C-480F-A546-5CD4B4B7E7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649934" y="1652088"/>
                <a:ext cx="853200" cy="853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C941DAA-6457-4433-A6BF-F161EDC3F6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736334" y="1738488"/>
                <a:ext cx="680400" cy="680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7585333-3748-0D5F-78D4-79B9AC944C40}"/>
              </a:ext>
            </a:extLst>
          </p:cNvPr>
          <p:cNvGrpSpPr/>
          <p:nvPr/>
        </p:nvGrpSpPr>
        <p:grpSpPr>
          <a:xfrm>
            <a:off x="10298296" y="3429000"/>
            <a:ext cx="1294480" cy="2619698"/>
            <a:chOff x="5448760" y="2119151"/>
            <a:chExt cx="1294480" cy="2619698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8F576EF-90D9-4943-AD59-97E179A8B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57278" y="2119151"/>
              <a:ext cx="687600" cy="687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2719922-04BF-4752-B2B4-E09CCB9C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53233" y="2294657"/>
              <a:ext cx="490859" cy="3365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74057AA9-EA84-4302-9384-6A23E315F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382809" y="2363377"/>
              <a:ext cx="521714" cy="199149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06BEFA9-F9B7-41F1-A772-4959AE05A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31078" y="2192951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9D709A7-36F3-490C-992A-592A4B232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6049512" y="2772232"/>
              <a:ext cx="687600" cy="687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1C60DF2-3BE6-4737-ABFD-5D870BDA3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5650298" y="2947738"/>
              <a:ext cx="490859" cy="3365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065DE5F5-4F75-4EFD-B220-257C6339F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5289867" y="3016458"/>
              <a:ext cx="521714" cy="19914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A29A490-1275-4B07-98CC-0682607EF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23312" y="2846032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0BCFC15-3A8B-452D-80AF-9673366EB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8761" y="3419615"/>
              <a:ext cx="687600" cy="687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2CD33FE-368F-4EE1-A7E6-9EF0B7E01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44716" y="3595121"/>
              <a:ext cx="490859" cy="3365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13CFC791-FE6B-43F3-89D6-05B4FFA4E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374292" y="3663841"/>
              <a:ext cx="521714" cy="19914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D7889C0-4E04-45A9-9D80-6BD0A81E0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22561" y="3493415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94825F8-7DA7-4F51-B638-471DA35C3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6047123" y="4051249"/>
              <a:ext cx="687600" cy="68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37B4423-EAE8-4F13-8345-2726B0CE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5647909" y="4226755"/>
              <a:ext cx="490859" cy="3365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FF955A05-BA50-4735-9046-2F7716DF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5287478" y="4295475"/>
              <a:ext cx="521714" cy="199149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600977D-8DBA-4CFE-BE48-9FCEEDCAA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20923" y="4125049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5AC1762-F210-DB62-C5CC-2628FC475EF6}"/>
              </a:ext>
            </a:extLst>
          </p:cNvPr>
          <p:cNvGrpSpPr/>
          <p:nvPr/>
        </p:nvGrpSpPr>
        <p:grpSpPr>
          <a:xfrm>
            <a:off x="4759773" y="5801235"/>
            <a:ext cx="2772465" cy="654727"/>
            <a:chOff x="4709767" y="3101637"/>
            <a:chExt cx="2772465" cy="654727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C06568-A37F-4C36-BC26-5EF20FB7E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09767" y="3115334"/>
              <a:ext cx="626400" cy="626400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1" name="Freeform 24">
              <a:extLst>
                <a:ext uri="{FF2B5EF4-FFF2-40B4-BE49-F238E27FC236}">
                  <a16:creationId xmlns:a16="http://schemas.microsoft.com/office/drawing/2014/main" id="{3B83A42B-4A26-41D4-8BF3-CAB69EAC4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821" y="3101637"/>
              <a:ext cx="584200" cy="220662"/>
            </a:xfrm>
            <a:custGeom>
              <a:avLst/>
              <a:gdLst>
                <a:gd name="T0" fmla="*/ 188 w 188"/>
                <a:gd name="T1" fmla="*/ 71 h 71"/>
                <a:gd name="T2" fmla="*/ 94 w 188"/>
                <a:gd name="T3" fmla="*/ 0 h 71"/>
                <a:gd name="T4" fmla="*/ 0 w 188"/>
                <a:gd name="T5" fmla="*/ 71 h 71"/>
                <a:gd name="T6" fmla="*/ 188 w 188"/>
                <a:gd name="T7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" h="71">
                  <a:moveTo>
                    <a:pt x="188" y="71"/>
                  </a:moveTo>
                  <a:cubicBezTo>
                    <a:pt x="176" y="30"/>
                    <a:pt x="138" y="0"/>
                    <a:pt x="94" y="0"/>
                  </a:cubicBezTo>
                  <a:cubicBezTo>
                    <a:pt x="50" y="0"/>
                    <a:pt x="12" y="30"/>
                    <a:pt x="0" y="71"/>
                  </a:cubicBezTo>
                  <a:lnTo>
                    <a:pt x="188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993B774-A48B-4A08-916E-6949EEF4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425122" y="3115334"/>
              <a:ext cx="626400" cy="626400"/>
            </a:xfrm>
            <a:prstGeom prst="ellipse">
              <a:avLst/>
            </a:pr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3" name="Freeform 24">
              <a:extLst>
                <a:ext uri="{FF2B5EF4-FFF2-40B4-BE49-F238E27FC236}">
                  <a16:creationId xmlns:a16="http://schemas.microsoft.com/office/drawing/2014/main" id="{54D12F61-7201-4FC8-8A32-B90E26AF8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47176" y="3535702"/>
              <a:ext cx="584200" cy="220662"/>
            </a:xfrm>
            <a:custGeom>
              <a:avLst/>
              <a:gdLst>
                <a:gd name="T0" fmla="*/ 188 w 188"/>
                <a:gd name="T1" fmla="*/ 71 h 71"/>
                <a:gd name="T2" fmla="*/ 94 w 188"/>
                <a:gd name="T3" fmla="*/ 0 h 71"/>
                <a:gd name="T4" fmla="*/ 0 w 188"/>
                <a:gd name="T5" fmla="*/ 71 h 71"/>
                <a:gd name="T6" fmla="*/ 188 w 188"/>
                <a:gd name="T7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" h="71">
                  <a:moveTo>
                    <a:pt x="188" y="71"/>
                  </a:moveTo>
                  <a:cubicBezTo>
                    <a:pt x="176" y="30"/>
                    <a:pt x="138" y="0"/>
                    <a:pt x="94" y="0"/>
                  </a:cubicBezTo>
                  <a:cubicBezTo>
                    <a:pt x="50" y="0"/>
                    <a:pt x="12" y="30"/>
                    <a:pt x="0" y="71"/>
                  </a:cubicBezTo>
                  <a:lnTo>
                    <a:pt x="188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95F103C7-ED30-4358-BCF2-1540F50F5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40477" y="3115334"/>
              <a:ext cx="626400" cy="626400"/>
            </a:xfrm>
            <a:prstGeom prst="ellipse">
              <a:avLst/>
            </a:prstGeom>
            <a:noFill/>
            <a:ln w="508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4F6CB500-7732-4C6E-AF5D-416D603C9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531" y="3101637"/>
              <a:ext cx="584200" cy="220662"/>
            </a:xfrm>
            <a:custGeom>
              <a:avLst/>
              <a:gdLst>
                <a:gd name="T0" fmla="*/ 188 w 188"/>
                <a:gd name="T1" fmla="*/ 71 h 71"/>
                <a:gd name="T2" fmla="*/ 94 w 188"/>
                <a:gd name="T3" fmla="*/ 0 h 71"/>
                <a:gd name="T4" fmla="*/ 0 w 188"/>
                <a:gd name="T5" fmla="*/ 71 h 71"/>
                <a:gd name="T6" fmla="*/ 188 w 188"/>
                <a:gd name="T7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" h="71">
                  <a:moveTo>
                    <a:pt x="188" y="71"/>
                  </a:moveTo>
                  <a:cubicBezTo>
                    <a:pt x="176" y="30"/>
                    <a:pt x="138" y="0"/>
                    <a:pt x="94" y="0"/>
                  </a:cubicBezTo>
                  <a:cubicBezTo>
                    <a:pt x="50" y="0"/>
                    <a:pt x="12" y="30"/>
                    <a:pt x="0" y="71"/>
                  </a:cubicBezTo>
                  <a:lnTo>
                    <a:pt x="188" y="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FFBD215-218C-4FA6-B535-78CE843B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855832" y="3115334"/>
              <a:ext cx="626400" cy="626400"/>
            </a:xfrm>
            <a:prstGeom prst="ellipse">
              <a:avLst/>
            </a:prstGeom>
            <a:noFill/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7" name="Freeform 24">
              <a:extLst>
                <a:ext uri="{FF2B5EF4-FFF2-40B4-BE49-F238E27FC236}">
                  <a16:creationId xmlns:a16="http://schemas.microsoft.com/office/drawing/2014/main" id="{BCB493EB-04EB-4E74-87B6-2FB33DF5E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77886" y="3521072"/>
              <a:ext cx="584200" cy="220662"/>
            </a:xfrm>
            <a:custGeom>
              <a:avLst/>
              <a:gdLst>
                <a:gd name="T0" fmla="*/ 188 w 188"/>
                <a:gd name="T1" fmla="*/ 71 h 71"/>
                <a:gd name="T2" fmla="*/ 94 w 188"/>
                <a:gd name="T3" fmla="*/ 0 h 71"/>
                <a:gd name="T4" fmla="*/ 0 w 188"/>
                <a:gd name="T5" fmla="*/ 71 h 71"/>
                <a:gd name="T6" fmla="*/ 188 w 188"/>
                <a:gd name="T7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" h="71">
                  <a:moveTo>
                    <a:pt x="188" y="71"/>
                  </a:moveTo>
                  <a:cubicBezTo>
                    <a:pt x="176" y="30"/>
                    <a:pt x="138" y="0"/>
                    <a:pt x="94" y="0"/>
                  </a:cubicBezTo>
                  <a:cubicBezTo>
                    <a:pt x="50" y="0"/>
                    <a:pt x="12" y="30"/>
                    <a:pt x="0" y="71"/>
                  </a:cubicBezTo>
                  <a:lnTo>
                    <a:pt x="188" y="7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pic>
        <p:nvPicPr>
          <p:cNvPr id="1026" name="Picture 2" descr="Chart on a mobile device">
            <a:extLst>
              <a:ext uri="{FF2B5EF4-FFF2-40B4-BE49-F238E27FC236}">
                <a16:creationId xmlns:a16="http://schemas.microsoft.com/office/drawing/2014/main" id="{B5BBE413-5669-80B6-CBE6-3798EC9DC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047" y="4542198"/>
            <a:ext cx="1057204" cy="221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44992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Contents Slide Maste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DB7457"/>
      </a:accent1>
      <a:accent2>
        <a:srgbClr val="E7C66F"/>
      </a:accent2>
      <a:accent3>
        <a:srgbClr val="A4D157"/>
      </a:accent3>
      <a:accent4>
        <a:srgbClr val="4AA5B7"/>
      </a:accent4>
      <a:accent5>
        <a:srgbClr val="03989F"/>
      </a:accent5>
      <a:accent6>
        <a:srgbClr val="0F5E8C"/>
      </a:accent6>
      <a:hlink>
        <a:srgbClr val="0000FF"/>
      </a:hlink>
      <a:folHlink>
        <a:srgbClr val="800080"/>
      </a:folHlink>
    </a:clrScheme>
    <a:fontScheme name="Contents Slide Master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ontents Slide Master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Break Slide Master">
  <a:themeElements>
    <a:clrScheme name="Section Break Slide Maste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DB7457"/>
      </a:accent1>
      <a:accent2>
        <a:srgbClr val="E7C66F"/>
      </a:accent2>
      <a:accent3>
        <a:srgbClr val="A4D157"/>
      </a:accent3>
      <a:accent4>
        <a:srgbClr val="4AA5B7"/>
      </a:accent4>
      <a:accent5>
        <a:srgbClr val="03989F"/>
      </a:accent5>
      <a:accent6>
        <a:srgbClr val="0F5E8C"/>
      </a:accent6>
      <a:hlink>
        <a:srgbClr val="0000FF"/>
      </a:hlink>
      <a:folHlink>
        <a:srgbClr val="800080"/>
      </a:folHlink>
    </a:clrScheme>
    <a:fontScheme name="Section Break Slide Master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Section Break Slide Master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rdelia template">
  <a:themeElements>
    <a:clrScheme name="Cordelia template">
      <a:dk1>
        <a:srgbClr val="263238"/>
      </a:dk1>
      <a:lt1>
        <a:srgbClr val="FFFFFF"/>
      </a:lt1>
      <a:dk2>
        <a:srgbClr val="ECEFF1"/>
      </a:dk2>
      <a:lt2>
        <a:srgbClr val="607D8B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Cordelia templat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ordelia templat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ontents Slide Master">
  <a:themeElements>
    <a:clrScheme name="1_Contents Slide Maste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27ACFD"/>
      </a:accent1>
      <a:accent2>
        <a:srgbClr val="27ACFD"/>
      </a:accent2>
      <a:accent3>
        <a:srgbClr val="27ACFD"/>
      </a:accent3>
      <a:accent4>
        <a:srgbClr val="27ACFD"/>
      </a:accent4>
      <a:accent5>
        <a:srgbClr val="27ACFD"/>
      </a:accent5>
      <a:accent6>
        <a:srgbClr val="27ACFD"/>
      </a:accent6>
      <a:hlink>
        <a:srgbClr val="000000"/>
      </a:hlink>
      <a:folHlink>
        <a:srgbClr val="000000"/>
      </a:folHlink>
    </a:clrScheme>
    <a:fontScheme name="1_Contents Slide Master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Contents Slide Master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ntents Slide Master">
  <a:themeElements>
    <a:clrScheme name="Contents Slide Master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Contents Slide Master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ontents Slide Master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ontents Slide Master">
  <a:themeElements>
    <a:clrScheme name="Contents Slide Master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Contents Slide Master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ontents Slide Master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3366</TotalTime>
  <Words>789</Words>
  <Application>Microsoft Office PowerPoint</Application>
  <PresentationFormat>Widescreen</PresentationFormat>
  <Paragraphs>199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Droid Sans</vt:lpstr>
      <vt:lpstr>Arial</vt:lpstr>
      <vt:lpstr>Bahnschrift Light</vt:lpstr>
      <vt:lpstr>Calibri</vt:lpstr>
      <vt:lpstr>Century Gothic</vt:lpstr>
      <vt:lpstr>Roboto</vt:lpstr>
      <vt:lpstr>Roboto ExtraLight</vt:lpstr>
      <vt:lpstr>Roboto Slab</vt:lpstr>
      <vt:lpstr>Source Sans Pro</vt:lpstr>
      <vt:lpstr>Contents Slide Master</vt:lpstr>
      <vt:lpstr>Section Break Slide Master</vt:lpstr>
      <vt:lpstr>Cordelia template</vt:lpstr>
      <vt:lpstr>1_Contents Slide Master</vt:lpstr>
      <vt:lpstr>Contents Slide Master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SIGNIFIKAN  PROJEK</vt:lpstr>
      <vt:lpstr>PowerPoint Presentation</vt:lpstr>
      <vt:lpstr>TINDAKAN PENYELESAIAN</vt:lpstr>
      <vt:lpstr>PowerPoint Presentation</vt:lpstr>
      <vt:lpstr>SYSTEM ARCHITECTURE</vt:lpstr>
      <vt:lpstr>OPERATIONAL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KEBERHASILAN PROJEK</vt:lpstr>
      <vt:lpstr>BILANGAN INDEN DAN ITEM SEBELUM DAN SELEPAS PROJEK </vt:lpstr>
      <vt:lpstr>KELEBIHAN SISTEM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User</cp:lastModifiedBy>
  <cp:revision>86</cp:revision>
  <dcterms:created xsi:type="dcterms:W3CDTF">2020-01-20T05:08:25Z</dcterms:created>
  <dcterms:modified xsi:type="dcterms:W3CDTF">2026-05-01T09:03:53Z</dcterms:modified>
</cp:coreProperties>
</file>